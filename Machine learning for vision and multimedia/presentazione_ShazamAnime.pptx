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1" r:id="rId6"/>
    <p:sldId id="272" r:id="rId7"/>
    <p:sldId id="273" r:id="rId8"/>
    <p:sldId id="274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C1487-3BEC-4416-A9E4-521FD7777EE6}" v="7" dt="2023-09-15T14:50:01.948"/>
    <p1510:client id="{43D1A1FA-FBF8-43ED-9BEF-CD15DF98E08F}" v="4" dt="2023-09-16T08:42:45.571"/>
    <p1510:client id="{77C537D2-766E-427C-8C00-BEDC14CBAC2F}" v="213" dt="2023-09-15T16:42:16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41" autoAdjust="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sciani  Alessandro" userId="9b835d9c-60b1-4432-bbc8-da7a7cd15f45" providerId="ADAL" clId="{43D1A1FA-FBF8-43ED-9BEF-CD15DF98E08F}"/>
    <pc:docChg chg="undo custSel modSld">
      <pc:chgData name="Bresciani  Alessandro" userId="9b835d9c-60b1-4432-bbc8-da7a7cd15f45" providerId="ADAL" clId="{43D1A1FA-FBF8-43ED-9BEF-CD15DF98E08F}" dt="2023-09-16T09:00:47.478" v="293" actId="20577"/>
      <pc:docMkLst>
        <pc:docMk/>
      </pc:docMkLst>
      <pc:sldChg chg="modSp mod">
        <pc:chgData name="Bresciani  Alessandro" userId="9b835d9c-60b1-4432-bbc8-da7a7cd15f45" providerId="ADAL" clId="{43D1A1FA-FBF8-43ED-9BEF-CD15DF98E08F}" dt="2023-09-16T09:00:14.502" v="292" actId="14100"/>
        <pc:sldMkLst>
          <pc:docMk/>
          <pc:sldMk cId="193000927" sldId="256"/>
        </pc:sldMkLst>
        <pc:spChg chg="mod">
          <ac:chgData name="Bresciani  Alessandro" userId="9b835d9c-60b1-4432-bbc8-da7a7cd15f45" providerId="ADAL" clId="{43D1A1FA-FBF8-43ED-9BEF-CD15DF98E08F}" dt="2023-09-16T08:51:15.917" v="280" actId="113"/>
          <ac:spMkLst>
            <pc:docMk/>
            <pc:sldMk cId="193000927" sldId="256"/>
            <ac:spMk id="2" creationId="{3D30D32A-359B-41BB-9746-2CF3A21EEFFC}"/>
          </ac:spMkLst>
        </pc:spChg>
        <pc:spChg chg="mod">
          <ac:chgData name="Bresciani  Alessandro" userId="9b835d9c-60b1-4432-bbc8-da7a7cd15f45" providerId="ADAL" clId="{43D1A1FA-FBF8-43ED-9BEF-CD15DF98E08F}" dt="2023-09-16T08:45:13.410" v="228" actId="1076"/>
          <ac:spMkLst>
            <pc:docMk/>
            <pc:sldMk cId="193000927" sldId="256"/>
            <ac:spMk id="3" creationId="{B4CA222A-88BC-48F4-9AE8-2115B7D1E6DC}"/>
          </ac:spMkLst>
        </pc:spChg>
        <pc:picChg chg="mod">
          <ac:chgData name="Bresciani  Alessandro" userId="9b835d9c-60b1-4432-bbc8-da7a7cd15f45" providerId="ADAL" clId="{43D1A1FA-FBF8-43ED-9BEF-CD15DF98E08F}" dt="2023-09-16T09:00:14.502" v="292" actId="14100"/>
          <ac:picMkLst>
            <pc:docMk/>
            <pc:sldMk cId="193000927" sldId="256"/>
            <ac:picMk id="4" creationId="{722BCF5B-8C31-33CF-C6EF-816F36FA0FE3}"/>
          </ac:picMkLst>
        </pc:picChg>
      </pc:sldChg>
      <pc:sldChg chg="delSp modSp mod delDesignElem">
        <pc:chgData name="Bresciani  Alessandro" userId="9b835d9c-60b1-4432-bbc8-da7a7cd15f45" providerId="ADAL" clId="{43D1A1FA-FBF8-43ED-9BEF-CD15DF98E08F}" dt="2023-09-16T08:54:29.271" v="284" actId="113"/>
        <pc:sldMkLst>
          <pc:docMk/>
          <pc:sldMk cId="510767980" sldId="267"/>
        </pc:sldMkLst>
        <pc:spChg chg="mod">
          <ac:chgData name="Bresciani  Alessandro" userId="9b835d9c-60b1-4432-bbc8-da7a7cd15f45" providerId="ADAL" clId="{43D1A1FA-FBF8-43ED-9BEF-CD15DF98E08F}" dt="2023-09-16T08:54:29.271" v="284" actId="113"/>
          <ac:spMkLst>
            <pc:docMk/>
            <pc:sldMk cId="510767980" sldId="267"/>
            <ac:spMk id="12" creationId="{970C361B-D32E-42E0-A41E-86C3D9AC886F}"/>
          </ac:spMkLst>
        </pc:spChg>
        <pc:spChg chg="mod">
          <ac:chgData name="Bresciani  Alessandro" userId="9b835d9c-60b1-4432-bbc8-da7a7cd15f45" providerId="ADAL" clId="{43D1A1FA-FBF8-43ED-9BEF-CD15DF98E08F}" dt="2023-09-16T08:28:08.029" v="8" actId="27636"/>
          <ac:spMkLst>
            <pc:docMk/>
            <pc:sldMk cId="510767980" sldId="267"/>
            <ac:spMk id="13" creationId="{336E726C-3DE4-41AA-88A0-C92B0C34163D}"/>
          </ac:spMkLst>
        </pc:spChg>
        <pc:spChg chg="del">
          <ac:chgData name="Bresciani  Alessandro" userId="9b835d9c-60b1-4432-bbc8-da7a7cd15f45" providerId="ADAL" clId="{43D1A1FA-FBF8-43ED-9BEF-CD15DF98E08F}" dt="2023-09-16T08:28:07.783" v="1"/>
          <ac:spMkLst>
            <pc:docMk/>
            <pc:sldMk cId="510767980" sldId="267"/>
            <ac:spMk id="57" creationId="{318E9D62-7BA3-4D5E-8915-0D0E8661E3D7}"/>
          </ac:spMkLst>
        </pc:spChg>
      </pc:sldChg>
      <pc:sldChg chg="modSp mod">
        <pc:chgData name="Bresciani  Alessandro" userId="9b835d9c-60b1-4432-bbc8-da7a7cd15f45" providerId="ADAL" clId="{43D1A1FA-FBF8-43ED-9BEF-CD15DF98E08F}" dt="2023-09-16T09:00:47.478" v="293" actId="20577"/>
        <pc:sldMkLst>
          <pc:docMk/>
          <pc:sldMk cId="1188860076" sldId="271"/>
        </pc:sldMkLst>
        <pc:spChg chg="mod">
          <ac:chgData name="Bresciani  Alessandro" userId="9b835d9c-60b1-4432-bbc8-da7a7cd15f45" providerId="ADAL" clId="{43D1A1FA-FBF8-43ED-9BEF-CD15DF98E08F}" dt="2023-09-16T08:52:06.526" v="282" actId="207"/>
          <ac:spMkLst>
            <pc:docMk/>
            <pc:sldMk cId="1188860076" sldId="271"/>
            <ac:spMk id="5" creationId="{7658AA8A-4780-A29D-57EE-036BDB7CB5CE}"/>
          </ac:spMkLst>
        </pc:spChg>
        <pc:spChg chg="mod">
          <ac:chgData name="Bresciani  Alessandro" userId="9b835d9c-60b1-4432-bbc8-da7a7cd15f45" providerId="ADAL" clId="{43D1A1FA-FBF8-43ED-9BEF-CD15DF98E08F}" dt="2023-09-16T08:49:41.843" v="244" actId="1076"/>
          <ac:spMkLst>
            <pc:docMk/>
            <pc:sldMk cId="1188860076" sldId="271"/>
            <ac:spMk id="19" creationId="{3EA3CF2B-D136-AFE1-B322-A4907B2F841F}"/>
          </ac:spMkLst>
        </pc:spChg>
        <pc:spChg chg="mod">
          <ac:chgData name="Bresciani  Alessandro" userId="9b835d9c-60b1-4432-bbc8-da7a7cd15f45" providerId="ADAL" clId="{43D1A1FA-FBF8-43ED-9BEF-CD15DF98E08F}" dt="2023-09-16T09:00:47.478" v="293" actId="20577"/>
          <ac:spMkLst>
            <pc:docMk/>
            <pc:sldMk cId="1188860076" sldId="271"/>
            <ac:spMk id="29" creationId="{425FCEFD-77D7-E57E-26A7-84C34D63F430}"/>
          </ac:spMkLst>
        </pc:spChg>
        <pc:picChg chg="mod">
          <ac:chgData name="Bresciani  Alessandro" userId="9b835d9c-60b1-4432-bbc8-da7a7cd15f45" providerId="ADAL" clId="{43D1A1FA-FBF8-43ED-9BEF-CD15DF98E08F}" dt="2023-09-16T08:49:02.825" v="240" actId="1076"/>
          <ac:picMkLst>
            <pc:docMk/>
            <pc:sldMk cId="1188860076" sldId="271"/>
            <ac:picMk id="31" creationId="{2CEEC17A-5B4F-3626-8D8D-22E83708590C}"/>
          </ac:picMkLst>
        </pc:picChg>
      </pc:sldChg>
      <pc:sldChg chg="addSp delSp modSp mod">
        <pc:chgData name="Bresciani  Alessandro" userId="9b835d9c-60b1-4432-bbc8-da7a7cd15f45" providerId="ADAL" clId="{43D1A1FA-FBF8-43ED-9BEF-CD15DF98E08F}" dt="2023-09-16T08:59:36.857" v="291" actId="1076"/>
        <pc:sldMkLst>
          <pc:docMk/>
          <pc:sldMk cId="471088689" sldId="272"/>
        </pc:sldMkLst>
        <pc:spChg chg="add mod">
          <ac:chgData name="Bresciani  Alessandro" userId="9b835d9c-60b1-4432-bbc8-da7a7cd15f45" providerId="ADAL" clId="{43D1A1FA-FBF8-43ED-9BEF-CD15DF98E08F}" dt="2023-09-16T08:44:48.108" v="227" actId="14100"/>
          <ac:spMkLst>
            <pc:docMk/>
            <pc:sldMk cId="471088689" sldId="272"/>
            <ac:spMk id="2" creationId="{DBF575BB-3DE9-F98F-759C-AEAD4FBCC21E}"/>
          </ac:spMkLst>
        </pc:spChg>
        <pc:spChg chg="add del mod">
          <ac:chgData name="Bresciani  Alessandro" userId="9b835d9c-60b1-4432-bbc8-da7a7cd15f45" providerId="ADAL" clId="{43D1A1FA-FBF8-43ED-9BEF-CD15DF98E08F}" dt="2023-09-16T08:44:24.192" v="224" actId="478"/>
          <ac:spMkLst>
            <pc:docMk/>
            <pc:sldMk cId="471088689" sldId="272"/>
            <ac:spMk id="4" creationId="{4B500E67-080C-EDC3-2A6F-8E5661A3AF1C}"/>
          </ac:spMkLst>
        </pc:spChg>
        <pc:spChg chg="mod">
          <ac:chgData name="Bresciani  Alessandro" userId="9b835d9c-60b1-4432-bbc8-da7a7cd15f45" providerId="ADAL" clId="{43D1A1FA-FBF8-43ED-9BEF-CD15DF98E08F}" dt="2023-09-16T08:33:41.866" v="35" actId="1076"/>
          <ac:spMkLst>
            <pc:docMk/>
            <pc:sldMk cId="471088689" sldId="272"/>
            <ac:spMk id="8" creationId="{513E09EC-E41F-2A9E-E78B-0E8D51E5A929}"/>
          </ac:spMkLst>
        </pc:spChg>
        <pc:spChg chg="mod">
          <ac:chgData name="Bresciani  Alessandro" userId="9b835d9c-60b1-4432-bbc8-da7a7cd15f45" providerId="ADAL" clId="{43D1A1FA-FBF8-43ED-9BEF-CD15DF98E08F}" dt="2023-09-16T08:59:28.081" v="290" actId="1076"/>
          <ac:spMkLst>
            <pc:docMk/>
            <pc:sldMk cId="471088689" sldId="272"/>
            <ac:spMk id="17" creationId="{1750E395-6F4B-09FC-D96F-BBAC3ABFCF23}"/>
          </ac:spMkLst>
        </pc:spChg>
        <pc:spChg chg="mod">
          <ac:chgData name="Bresciani  Alessandro" userId="9b835d9c-60b1-4432-bbc8-da7a7cd15f45" providerId="ADAL" clId="{43D1A1FA-FBF8-43ED-9BEF-CD15DF98E08F}" dt="2023-09-16T08:33:25.949" v="33" actId="1076"/>
          <ac:spMkLst>
            <pc:docMk/>
            <pc:sldMk cId="471088689" sldId="272"/>
            <ac:spMk id="19" creationId="{B428FE48-71DE-3680-8DB0-072825E17738}"/>
          </ac:spMkLst>
        </pc:spChg>
        <pc:spChg chg="del mod">
          <ac:chgData name="Bresciani  Alessandro" userId="9b835d9c-60b1-4432-bbc8-da7a7cd15f45" providerId="ADAL" clId="{43D1A1FA-FBF8-43ED-9BEF-CD15DF98E08F}" dt="2023-09-16T08:44:01.970" v="215" actId="478"/>
          <ac:spMkLst>
            <pc:docMk/>
            <pc:sldMk cId="471088689" sldId="272"/>
            <ac:spMk id="20" creationId="{15DF7082-B592-A7F1-BD1C-EF223F9A1018}"/>
          </ac:spMkLst>
        </pc:spChg>
        <pc:spChg chg="mod">
          <ac:chgData name="Bresciani  Alessandro" userId="9b835d9c-60b1-4432-bbc8-da7a7cd15f45" providerId="ADAL" clId="{43D1A1FA-FBF8-43ED-9BEF-CD15DF98E08F}" dt="2023-09-16T08:59:28.081" v="290" actId="1076"/>
          <ac:spMkLst>
            <pc:docMk/>
            <pc:sldMk cId="471088689" sldId="272"/>
            <ac:spMk id="25" creationId="{3E02A78F-8EF8-015F-0D05-197D80A65D89}"/>
          </ac:spMkLst>
        </pc:spChg>
        <pc:picChg chg="mod">
          <ac:chgData name="Bresciani  Alessandro" userId="9b835d9c-60b1-4432-bbc8-da7a7cd15f45" providerId="ADAL" clId="{43D1A1FA-FBF8-43ED-9BEF-CD15DF98E08F}" dt="2023-09-16T08:59:36.857" v="291" actId="1076"/>
          <ac:picMkLst>
            <pc:docMk/>
            <pc:sldMk cId="471088689" sldId="272"/>
            <ac:picMk id="5" creationId="{311EA4EA-A38D-0795-44F6-010692E79449}"/>
          </ac:picMkLst>
        </pc:picChg>
        <pc:picChg chg="mod">
          <ac:chgData name="Bresciani  Alessandro" userId="9b835d9c-60b1-4432-bbc8-da7a7cd15f45" providerId="ADAL" clId="{43D1A1FA-FBF8-43ED-9BEF-CD15DF98E08F}" dt="2023-09-16T08:33:25.949" v="33" actId="1076"/>
          <ac:picMkLst>
            <pc:docMk/>
            <pc:sldMk cId="471088689" sldId="272"/>
            <ac:picMk id="16" creationId="{459A96C4-DD07-A0F9-517D-601E3E4F2674}"/>
          </ac:picMkLst>
        </pc:picChg>
      </pc:sldChg>
      <pc:sldChg chg="modSp mod">
        <pc:chgData name="Bresciani  Alessandro" userId="9b835d9c-60b1-4432-bbc8-da7a7cd15f45" providerId="ADAL" clId="{43D1A1FA-FBF8-43ED-9BEF-CD15DF98E08F}" dt="2023-09-16T08:58:48.546" v="287" actId="14100"/>
        <pc:sldMkLst>
          <pc:docMk/>
          <pc:sldMk cId="3275011831" sldId="273"/>
        </pc:sldMkLst>
        <pc:spChg chg="mod">
          <ac:chgData name="Bresciani  Alessandro" userId="9b835d9c-60b1-4432-bbc8-da7a7cd15f45" providerId="ADAL" clId="{43D1A1FA-FBF8-43ED-9BEF-CD15DF98E08F}" dt="2023-09-16T08:47:32.774" v="233" actId="1076"/>
          <ac:spMkLst>
            <pc:docMk/>
            <pc:sldMk cId="3275011831" sldId="273"/>
            <ac:spMk id="2" creationId="{2DE32A50-3A06-B299-C443-5154EBC740E4}"/>
          </ac:spMkLst>
        </pc:spChg>
        <pc:spChg chg="mod">
          <ac:chgData name="Bresciani  Alessandro" userId="9b835d9c-60b1-4432-bbc8-da7a7cd15f45" providerId="ADAL" clId="{43D1A1FA-FBF8-43ED-9BEF-CD15DF98E08F}" dt="2023-09-16T08:53:35.543" v="283" actId="1076"/>
          <ac:spMkLst>
            <pc:docMk/>
            <pc:sldMk cId="3275011831" sldId="273"/>
            <ac:spMk id="3" creationId="{1700E52F-5E9F-19BF-ACF9-24811FA78094}"/>
          </ac:spMkLst>
        </pc:spChg>
        <pc:spChg chg="mod">
          <ac:chgData name="Bresciani  Alessandro" userId="9b835d9c-60b1-4432-bbc8-da7a7cd15f45" providerId="ADAL" clId="{43D1A1FA-FBF8-43ED-9BEF-CD15DF98E08F}" dt="2023-09-16T08:53:35.543" v="283" actId="1076"/>
          <ac:spMkLst>
            <pc:docMk/>
            <pc:sldMk cId="3275011831" sldId="273"/>
            <ac:spMk id="9" creationId="{F8DD4545-142F-7686-32B1-A02FAF97ACD5}"/>
          </ac:spMkLst>
        </pc:spChg>
        <pc:picChg chg="mod">
          <ac:chgData name="Bresciani  Alessandro" userId="9b835d9c-60b1-4432-bbc8-da7a7cd15f45" providerId="ADAL" clId="{43D1A1FA-FBF8-43ED-9BEF-CD15DF98E08F}" dt="2023-09-16T08:53:35.543" v="283" actId="1076"/>
          <ac:picMkLst>
            <pc:docMk/>
            <pc:sldMk cId="3275011831" sldId="273"/>
            <ac:picMk id="8" creationId="{E37C2CAF-F837-C293-0E09-B1B44D2297B3}"/>
          </ac:picMkLst>
        </pc:picChg>
        <pc:picChg chg="mod">
          <ac:chgData name="Bresciani  Alessandro" userId="9b835d9c-60b1-4432-bbc8-da7a7cd15f45" providerId="ADAL" clId="{43D1A1FA-FBF8-43ED-9BEF-CD15DF98E08F}" dt="2023-09-16T08:58:48.546" v="287" actId="14100"/>
          <ac:picMkLst>
            <pc:docMk/>
            <pc:sldMk cId="3275011831" sldId="273"/>
            <ac:picMk id="11" creationId="{35D0F161-BED6-2C74-3AE9-1B06C57981C7}"/>
          </ac:picMkLst>
        </pc:picChg>
        <pc:picChg chg="mod">
          <ac:chgData name="Bresciani  Alessandro" userId="9b835d9c-60b1-4432-bbc8-da7a7cd15f45" providerId="ADAL" clId="{43D1A1FA-FBF8-43ED-9BEF-CD15DF98E08F}" dt="2023-09-16T08:58:42.445" v="286" actId="1076"/>
          <ac:picMkLst>
            <pc:docMk/>
            <pc:sldMk cId="3275011831" sldId="273"/>
            <ac:picMk id="13" creationId="{CC174DB8-7618-BFBE-2A05-7D985851F519}"/>
          </ac:picMkLst>
        </pc:picChg>
      </pc:sldChg>
      <pc:sldChg chg="addSp delSp modSp mod">
        <pc:chgData name="Bresciani  Alessandro" userId="9b835d9c-60b1-4432-bbc8-da7a7cd15f45" providerId="ADAL" clId="{43D1A1FA-FBF8-43ED-9BEF-CD15DF98E08F}" dt="2023-09-16T08:58:28.058" v="285" actId="732"/>
        <pc:sldMkLst>
          <pc:docMk/>
          <pc:sldMk cId="2926978679" sldId="274"/>
        </pc:sldMkLst>
        <pc:spChg chg="mod">
          <ac:chgData name="Bresciani  Alessandro" userId="9b835d9c-60b1-4432-bbc8-da7a7cd15f45" providerId="ADAL" clId="{43D1A1FA-FBF8-43ED-9BEF-CD15DF98E08F}" dt="2023-09-16T08:34:37.647" v="39" actId="1076"/>
          <ac:spMkLst>
            <pc:docMk/>
            <pc:sldMk cId="2926978679" sldId="274"/>
            <ac:spMk id="2" creationId="{EF748264-21EA-8511-27A9-80815C74290A}"/>
          </ac:spMkLst>
        </pc:spChg>
        <pc:spChg chg="mod">
          <ac:chgData name="Bresciani  Alessandro" userId="9b835d9c-60b1-4432-bbc8-da7a7cd15f45" providerId="ADAL" clId="{43D1A1FA-FBF8-43ED-9BEF-CD15DF98E08F}" dt="2023-09-16T08:28:08.021" v="6" actId="27636"/>
          <ac:spMkLst>
            <pc:docMk/>
            <pc:sldMk cId="2926978679" sldId="274"/>
            <ac:spMk id="3" creationId="{3CF689C0-FC3C-F079-F5A0-9AA48A712720}"/>
          </ac:spMkLst>
        </pc:spChg>
        <pc:spChg chg="mod">
          <ac:chgData name="Bresciani  Alessandro" userId="9b835d9c-60b1-4432-bbc8-da7a7cd15f45" providerId="ADAL" clId="{43D1A1FA-FBF8-43ED-9BEF-CD15DF98E08F}" dt="2023-09-16T08:34:50.551" v="40" actId="1076"/>
          <ac:spMkLst>
            <pc:docMk/>
            <pc:sldMk cId="2926978679" sldId="274"/>
            <ac:spMk id="5" creationId="{A1428607-80B5-A162-39E6-C078F53D3D70}"/>
          </ac:spMkLst>
        </pc:spChg>
        <pc:spChg chg="del mod">
          <ac:chgData name="Bresciani  Alessandro" userId="9b835d9c-60b1-4432-bbc8-da7a7cd15f45" providerId="ADAL" clId="{43D1A1FA-FBF8-43ED-9BEF-CD15DF98E08F}" dt="2023-09-16T08:35:58.712" v="43" actId="478"/>
          <ac:spMkLst>
            <pc:docMk/>
            <pc:sldMk cId="2926978679" sldId="274"/>
            <ac:spMk id="6" creationId="{FCB53320-2985-9325-64DE-D27CEC95F962}"/>
          </ac:spMkLst>
        </pc:spChg>
        <pc:spChg chg="add del mod">
          <ac:chgData name="Bresciani  Alessandro" userId="9b835d9c-60b1-4432-bbc8-da7a7cd15f45" providerId="ADAL" clId="{43D1A1FA-FBF8-43ED-9BEF-CD15DF98E08F}" dt="2023-09-16T08:36:27.637" v="46" actId="478"/>
          <ac:spMkLst>
            <pc:docMk/>
            <pc:sldMk cId="2926978679" sldId="274"/>
            <ac:spMk id="7" creationId="{03D57ADB-F3E3-F580-7B92-6374ABB11C7F}"/>
          </ac:spMkLst>
        </pc:spChg>
        <pc:spChg chg="add del mod">
          <ac:chgData name="Bresciani  Alessandro" userId="9b835d9c-60b1-4432-bbc8-da7a7cd15f45" providerId="ADAL" clId="{43D1A1FA-FBF8-43ED-9BEF-CD15DF98E08F}" dt="2023-09-16T08:40:01.109" v="115"/>
          <ac:spMkLst>
            <pc:docMk/>
            <pc:sldMk cId="2926978679" sldId="274"/>
            <ac:spMk id="10" creationId="{70EE4D51-81F7-3C30-EF05-C9A879A0D193}"/>
          </ac:spMkLst>
        </pc:spChg>
        <pc:spChg chg="add mod">
          <ac:chgData name="Bresciani  Alessandro" userId="9b835d9c-60b1-4432-bbc8-da7a7cd15f45" providerId="ADAL" clId="{43D1A1FA-FBF8-43ED-9BEF-CD15DF98E08F}" dt="2023-09-16T08:42:21.044" v="169" actId="20577"/>
          <ac:spMkLst>
            <pc:docMk/>
            <pc:sldMk cId="2926978679" sldId="274"/>
            <ac:spMk id="11" creationId="{52170C44-F207-DD6B-4489-219A4A735FA0}"/>
          </ac:spMkLst>
        </pc:spChg>
        <pc:picChg chg="mod modCrop">
          <ac:chgData name="Bresciani  Alessandro" userId="9b835d9c-60b1-4432-bbc8-da7a7cd15f45" providerId="ADAL" clId="{43D1A1FA-FBF8-43ED-9BEF-CD15DF98E08F}" dt="2023-09-16T08:58:28.058" v="285" actId="732"/>
          <ac:picMkLst>
            <pc:docMk/>
            <pc:sldMk cId="2926978679" sldId="274"/>
            <ac:picMk id="8" creationId="{33A6C3C9-7B86-E29A-709E-BB69273E685E}"/>
          </ac:picMkLst>
        </pc:picChg>
        <pc:picChg chg="mod">
          <ac:chgData name="Bresciani  Alessandro" userId="9b835d9c-60b1-4432-bbc8-da7a7cd15f45" providerId="ADAL" clId="{43D1A1FA-FBF8-43ED-9BEF-CD15DF98E08F}" dt="2023-09-16T08:34:50.551" v="40" actId="1076"/>
          <ac:picMkLst>
            <pc:docMk/>
            <pc:sldMk cId="2926978679" sldId="274"/>
            <ac:picMk id="2050" creationId="{BF36CEF0-535A-EC11-C824-41CC161A1B1D}"/>
          </ac:picMkLst>
        </pc:picChg>
      </pc:sldChg>
    </pc:docChg>
  </pc:docChgLst>
  <pc:docChgLst>
    <pc:chgData name="Filippetti  Luca" userId="9317785d-ce5e-4afc-acb6-6b209c4089e8" providerId="ADAL" clId="{41FC1487-3BEC-4416-A9E4-521FD7777EE6}"/>
    <pc:docChg chg="modSld">
      <pc:chgData name="Filippetti  Luca" userId="9317785d-ce5e-4afc-acb6-6b209c4089e8" providerId="ADAL" clId="{41FC1487-3BEC-4416-A9E4-521FD7777EE6}" dt="2023-09-15T14:50:01.948" v="6" actId="20577"/>
      <pc:docMkLst>
        <pc:docMk/>
      </pc:docMkLst>
      <pc:sldChg chg="modSp mod">
        <pc:chgData name="Filippetti  Luca" userId="9317785d-ce5e-4afc-acb6-6b209c4089e8" providerId="ADAL" clId="{41FC1487-3BEC-4416-A9E4-521FD7777EE6}" dt="2023-09-15T14:50:01.948" v="6" actId="20577"/>
        <pc:sldMkLst>
          <pc:docMk/>
          <pc:sldMk cId="193000927" sldId="256"/>
        </pc:sldMkLst>
        <pc:spChg chg="mod">
          <ac:chgData name="Filippetti  Luca" userId="9317785d-ce5e-4afc-acb6-6b209c4089e8" providerId="ADAL" clId="{41FC1487-3BEC-4416-A9E4-521FD7777EE6}" dt="2023-09-15T14:50:01.948" v="6" actId="20577"/>
          <ac:spMkLst>
            <pc:docMk/>
            <pc:sldMk cId="193000927" sldId="256"/>
            <ac:spMk id="2" creationId="{3D30D32A-359B-41BB-9746-2CF3A21EEFFC}"/>
          </ac:spMkLst>
        </pc:spChg>
      </pc:sldChg>
    </pc:docChg>
  </pc:docChgLst>
  <pc:docChgLst>
    <pc:chgData name="Bresciani  Alessandro" userId="9b835d9c-60b1-4432-bbc8-da7a7cd15f45" providerId="ADAL" clId="{77C537D2-766E-427C-8C00-BEDC14CBAC2F}"/>
    <pc:docChg chg="undo custSel addSld delSld modSld sldOrd">
      <pc:chgData name="Bresciani  Alessandro" userId="9b835d9c-60b1-4432-bbc8-da7a7cd15f45" providerId="ADAL" clId="{77C537D2-766E-427C-8C00-BEDC14CBAC2F}" dt="2023-09-16T08:25:42.367" v="2693" actId="20577"/>
      <pc:docMkLst>
        <pc:docMk/>
      </pc:docMkLst>
      <pc:sldChg chg="addSp delSp modSp mod ord setBg modClrScheme chgLayout">
        <pc:chgData name="Bresciani  Alessandro" userId="9b835d9c-60b1-4432-bbc8-da7a7cd15f45" providerId="ADAL" clId="{77C537D2-766E-427C-8C00-BEDC14CBAC2F}" dt="2023-09-15T16:53:53.787" v="2648"/>
        <pc:sldMkLst>
          <pc:docMk/>
          <pc:sldMk cId="193000927" sldId="256"/>
        </pc:sldMkLst>
        <pc:spChg chg="mod">
          <ac:chgData name="Bresciani  Alessandro" userId="9b835d9c-60b1-4432-bbc8-da7a7cd15f45" providerId="ADAL" clId="{77C537D2-766E-427C-8C00-BEDC14CBAC2F}" dt="2023-09-15T15:07:20.543" v="386" actId="20577"/>
          <ac:spMkLst>
            <pc:docMk/>
            <pc:sldMk cId="193000927" sldId="256"/>
            <ac:spMk id="2" creationId="{3D30D32A-359B-41BB-9746-2CF3A21EEFFC}"/>
          </ac:spMkLst>
        </pc:spChg>
        <pc:spChg chg="mod">
          <ac:chgData name="Bresciani  Alessandro" userId="9b835d9c-60b1-4432-bbc8-da7a7cd15f45" providerId="ADAL" clId="{77C537D2-766E-427C-8C00-BEDC14CBAC2F}" dt="2023-09-15T16:53:17.291" v="2646"/>
          <ac:spMkLst>
            <pc:docMk/>
            <pc:sldMk cId="193000927" sldId="256"/>
            <ac:spMk id="3" creationId="{B4CA222A-88BC-48F4-9AE8-2115B7D1E6DC}"/>
          </ac:spMkLst>
        </pc:spChg>
        <pc:spChg chg="del">
          <ac:chgData name="Bresciani  Alessandro" userId="9b835d9c-60b1-4432-bbc8-da7a7cd15f45" providerId="ADAL" clId="{77C537D2-766E-427C-8C00-BEDC14CBAC2F}" dt="2023-09-15T14:53:23.919" v="98" actId="26606"/>
          <ac:spMkLst>
            <pc:docMk/>
            <pc:sldMk cId="193000927" sldId="256"/>
            <ac:spMk id="20" creationId="{318E9D62-7BA3-4D5E-8915-0D0E8661E3D7}"/>
          </ac:spMkLst>
        </pc:spChg>
        <pc:picChg chg="add del mod modCrop">
          <ac:chgData name="Bresciani  Alessandro" userId="9b835d9c-60b1-4432-bbc8-da7a7cd15f45" providerId="ADAL" clId="{77C537D2-766E-427C-8C00-BEDC14CBAC2F}" dt="2023-09-15T14:55:54.864" v="125" actId="14100"/>
          <ac:picMkLst>
            <pc:docMk/>
            <pc:sldMk cId="193000927" sldId="256"/>
            <ac:picMk id="4" creationId="{722BCF5B-8C31-33CF-C6EF-816F36FA0FE3}"/>
          </ac:picMkLst>
        </pc:picChg>
        <pc:picChg chg="del mod ord">
          <ac:chgData name="Bresciani  Alessandro" userId="9b835d9c-60b1-4432-bbc8-da7a7cd15f45" providerId="ADAL" clId="{77C537D2-766E-427C-8C00-BEDC14CBAC2F}" dt="2023-09-15T14:53:44.927" v="103" actId="478"/>
          <ac:picMkLst>
            <pc:docMk/>
            <pc:sldMk cId="193000927" sldId="256"/>
            <ac:picMk id="5" creationId="{A4511EBC-2F3C-446D-867B-7DC328517A44}"/>
          </ac:picMkLst>
        </pc:picChg>
      </pc:sldChg>
      <pc:sldChg chg="del">
        <pc:chgData name="Bresciani  Alessandro" userId="9b835d9c-60b1-4432-bbc8-da7a7cd15f45" providerId="ADAL" clId="{77C537D2-766E-427C-8C00-BEDC14CBAC2F}" dt="2023-09-15T16:19:52.397" v="1575" actId="47"/>
        <pc:sldMkLst>
          <pc:docMk/>
          <pc:sldMk cId="70285356" sldId="260"/>
        </pc:sldMkLst>
      </pc:sldChg>
      <pc:sldChg chg="modSp mod">
        <pc:chgData name="Bresciani  Alessandro" userId="9b835d9c-60b1-4432-bbc8-da7a7cd15f45" providerId="ADAL" clId="{77C537D2-766E-427C-8C00-BEDC14CBAC2F}" dt="2023-09-15T16:50:09.880" v="2620" actId="20577"/>
        <pc:sldMkLst>
          <pc:docMk/>
          <pc:sldMk cId="510767980" sldId="267"/>
        </pc:sldMkLst>
        <pc:spChg chg="mod">
          <ac:chgData name="Bresciani  Alessandro" userId="9b835d9c-60b1-4432-bbc8-da7a7cd15f45" providerId="ADAL" clId="{77C537D2-766E-427C-8C00-BEDC14CBAC2F}" dt="2023-09-15T16:49:37.116" v="2570" actId="20577"/>
          <ac:spMkLst>
            <pc:docMk/>
            <pc:sldMk cId="510767980" sldId="267"/>
            <ac:spMk id="12" creationId="{970C361B-D32E-42E0-A41E-86C3D9AC886F}"/>
          </ac:spMkLst>
        </pc:spChg>
        <pc:spChg chg="mod">
          <ac:chgData name="Bresciani  Alessandro" userId="9b835d9c-60b1-4432-bbc8-da7a7cd15f45" providerId="ADAL" clId="{77C537D2-766E-427C-8C00-BEDC14CBAC2F}" dt="2023-09-15T16:50:09.880" v="2620" actId="20577"/>
          <ac:spMkLst>
            <pc:docMk/>
            <pc:sldMk cId="510767980" sldId="267"/>
            <ac:spMk id="13" creationId="{336E726C-3DE4-41AA-88A0-C92B0C34163D}"/>
          </ac:spMkLst>
        </pc:spChg>
      </pc:sldChg>
      <pc:sldChg chg="del">
        <pc:chgData name="Bresciani  Alessandro" userId="9b835d9c-60b1-4432-bbc8-da7a7cd15f45" providerId="ADAL" clId="{77C537D2-766E-427C-8C00-BEDC14CBAC2F}" dt="2023-09-15T16:19:46.645" v="1574" actId="47"/>
        <pc:sldMkLst>
          <pc:docMk/>
          <pc:sldMk cId="555089011" sldId="268"/>
        </pc:sldMkLst>
      </pc:sldChg>
      <pc:sldChg chg="modSp del mod">
        <pc:chgData name="Bresciani  Alessandro" userId="9b835d9c-60b1-4432-bbc8-da7a7cd15f45" providerId="ADAL" clId="{77C537D2-766E-427C-8C00-BEDC14CBAC2F}" dt="2023-09-15T16:19:53.444" v="1576" actId="47"/>
        <pc:sldMkLst>
          <pc:docMk/>
          <pc:sldMk cId="2333881612" sldId="269"/>
        </pc:sldMkLst>
        <pc:spChg chg="mod">
          <ac:chgData name="Bresciani  Alessandro" userId="9b835d9c-60b1-4432-bbc8-da7a7cd15f45" providerId="ADAL" clId="{77C537D2-766E-427C-8C00-BEDC14CBAC2F}" dt="2023-09-15T14:56:52.999" v="133" actId="20577"/>
          <ac:spMkLst>
            <pc:docMk/>
            <pc:sldMk cId="2333881612" sldId="269"/>
            <ac:spMk id="2" creationId="{CC4174D3-6B10-409E-9110-EEBEAA7E38C0}"/>
          </ac:spMkLst>
        </pc:spChg>
        <pc:graphicFrameChg chg="mod">
          <ac:chgData name="Bresciani  Alessandro" userId="9b835d9c-60b1-4432-bbc8-da7a7cd15f45" providerId="ADAL" clId="{77C537D2-766E-427C-8C00-BEDC14CBAC2F}" dt="2023-09-15T14:57:25.040" v="135" actId="20577"/>
          <ac:graphicFrameMkLst>
            <pc:docMk/>
            <pc:sldMk cId="2333881612" sldId="269"/>
            <ac:graphicFrameMk id="4" creationId="{C881A426-2B90-41D4-8B71-F9600C3FCE87}"/>
          </ac:graphicFrameMkLst>
        </pc:graphicFrameChg>
      </pc:sldChg>
      <pc:sldChg chg="addSp delSp modSp new del mod modClrScheme chgLayout">
        <pc:chgData name="Bresciani  Alessandro" userId="9b835d9c-60b1-4432-bbc8-da7a7cd15f45" providerId="ADAL" clId="{77C537D2-766E-427C-8C00-BEDC14CBAC2F}" dt="2023-09-15T15:43:42.034" v="629" actId="47"/>
        <pc:sldMkLst>
          <pc:docMk/>
          <pc:sldMk cId="4147569807" sldId="270"/>
        </pc:sldMkLst>
        <pc:spChg chg="del">
          <ac:chgData name="Bresciani  Alessandro" userId="9b835d9c-60b1-4432-bbc8-da7a7cd15f45" providerId="ADAL" clId="{77C537D2-766E-427C-8C00-BEDC14CBAC2F}" dt="2023-09-15T14:58:13.398" v="137" actId="26606"/>
          <ac:spMkLst>
            <pc:docMk/>
            <pc:sldMk cId="4147569807" sldId="270"/>
            <ac:spMk id="2" creationId="{2CFEEB78-0C3B-13B3-8EB0-6EAEEFAD9170}"/>
          </ac:spMkLst>
        </pc:spChg>
        <pc:spChg chg="del">
          <ac:chgData name="Bresciani  Alessandro" userId="9b835d9c-60b1-4432-bbc8-da7a7cd15f45" providerId="ADAL" clId="{77C537D2-766E-427C-8C00-BEDC14CBAC2F}" dt="2023-09-15T14:58:13.398" v="137" actId="26606"/>
          <ac:spMkLst>
            <pc:docMk/>
            <pc:sldMk cId="4147569807" sldId="270"/>
            <ac:spMk id="3" creationId="{C5EF3795-300E-4621-7997-BDBF598BEB95}"/>
          </ac:spMkLst>
        </pc:spChg>
        <pc:spChg chg="del">
          <ac:chgData name="Bresciani  Alessandro" userId="9b835d9c-60b1-4432-bbc8-da7a7cd15f45" providerId="ADAL" clId="{77C537D2-766E-427C-8C00-BEDC14CBAC2F}" dt="2023-09-15T14:58:13.398" v="137" actId="26606"/>
          <ac:spMkLst>
            <pc:docMk/>
            <pc:sldMk cId="4147569807" sldId="270"/>
            <ac:spMk id="4" creationId="{B3E49597-A39B-CB82-2900-D01145E4F35D}"/>
          </ac:spMkLst>
        </pc:spChg>
        <pc:spChg chg="add mod">
          <ac:chgData name="Bresciani  Alessandro" userId="9b835d9c-60b1-4432-bbc8-da7a7cd15f45" providerId="ADAL" clId="{77C537D2-766E-427C-8C00-BEDC14CBAC2F}" dt="2023-09-15T15:00:34.645" v="290" actId="20577"/>
          <ac:spMkLst>
            <pc:docMk/>
            <pc:sldMk cId="4147569807" sldId="270"/>
            <ac:spMk id="9" creationId="{123237A9-4B42-9150-1CCA-C2077799734D}"/>
          </ac:spMkLst>
        </pc:spChg>
        <pc:spChg chg="add mod">
          <ac:chgData name="Bresciani  Alessandro" userId="9b835d9c-60b1-4432-bbc8-da7a7cd15f45" providerId="ADAL" clId="{77C537D2-766E-427C-8C00-BEDC14CBAC2F}" dt="2023-09-15T15:00:24.062" v="257" actId="20577"/>
          <ac:spMkLst>
            <pc:docMk/>
            <pc:sldMk cId="4147569807" sldId="270"/>
            <ac:spMk id="11" creationId="{1DCB6EDD-C6F8-9EA8-680C-319A61AC00B0}"/>
          </ac:spMkLst>
        </pc:spChg>
        <pc:spChg chg="add mod">
          <ac:chgData name="Bresciani  Alessandro" userId="9b835d9c-60b1-4432-bbc8-da7a7cd15f45" providerId="ADAL" clId="{77C537D2-766E-427C-8C00-BEDC14CBAC2F}" dt="2023-09-15T14:58:13.398" v="137" actId="26606"/>
          <ac:spMkLst>
            <pc:docMk/>
            <pc:sldMk cId="4147569807" sldId="270"/>
            <ac:spMk id="13" creationId="{797EEC55-40F7-8AC1-3A54-DEA7F9022695}"/>
          </ac:spMkLst>
        </pc:spChg>
        <pc:spChg chg="add mod">
          <ac:chgData name="Bresciani  Alessandro" userId="9b835d9c-60b1-4432-bbc8-da7a7cd15f45" providerId="ADAL" clId="{77C537D2-766E-427C-8C00-BEDC14CBAC2F}" dt="2023-09-15T15:02:54.245" v="301" actId="1076"/>
          <ac:spMkLst>
            <pc:docMk/>
            <pc:sldMk cId="4147569807" sldId="270"/>
            <ac:spMk id="15" creationId="{7CAB9D99-46DA-37F0-8915-48D91E688F85}"/>
          </ac:spMkLst>
        </pc:spChg>
        <pc:spChg chg="add del mod">
          <ac:chgData name="Bresciani  Alessandro" userId="9b835d9c-60b1-4432-bbc8-da7a7cd15f45" providerId="ADAL" clId="{77C537D2-766E-427C-8C00-BEDC14CBAC2F}" dt="2023-09-15T15:01:40.630" v="291" actId="22"/>
          <ac:spMkLst>
            <pc:docMk/>
            <pc:sldMk cId="4147569807" sldId="270"/>
            <ac:spMk id="17" creationId="{62B08CAE-3A10-3406-1424-1DAEB1BE6AB5}"/>
          </ac:spMkLst>
        </pc:spChg>
        <pc:picChg chg="add mod ord">
          <ac:chgData name="Bresciani  Alessandro" userId="9b835d9c-60b1-4432-bbc8-da7a7cd15f45" providerId="ADAL" clId="{77C537D2-766E-427C-8C00-BEDC14CBAC2F}" dt="2023-09-15T15:04:56.161" v="325" actId="1076"/>
          <ac:picMkLst>
            <pc:docMk/>
            <pc:sldMk cId="4147569807" sldId="270"/>
            <ac:picMk id="6" creationId="{4AD13156-200B-C416-BDED-4079D77103C2}"/>
          </ac:picMkLst>
        </pc:picChg>
        <pc:picChg chg="add mod">
          <ac:chgData name="Bresciani  Alessandro" userId="9b835d9c-60b1-4432-bbc8-da7a7cd15f45" providerId="ADAL" clId="{77C537D2-766E-427C-8C00-BEDC14CBAC2F}" dt="2023-09-15T15:04:40.380" v="322" actId="14100"/>
          <ac:picMkLst>
            <pc:docMk/>
            <pc:sldMk cId="4147569807" sldId="270"/>
            <ac:picMk id="8" creationId="{2A44EE26-95B8-C874-D507-0C5ED78C61BF}"/>
          </ac:picMkLst>
        </pc:picChg>
        <pc:picChg chg="add del mod">
          <ac:chgData name="Bresciani  Alessandro" userId="9b835d9c-60b1-4432-bbc8-da7a7cd15f45" providerId="ADAL" clId="{77C537D2-766E-427C-8C00-BEDC14CBAC2F}" dt="2023-09-15T15:04:05.270" v="316" actId="478"/>
          <ac:picMkLst>
            <pc:docMk/>
            <pc:sldMk cId="4147569807" sldId="270"/>
            <ac:picMk id="12" creationId="{135238EA-F6A6-3123-89E7-801354EEF6A0}"/>
          </ac:picMkLst>
        </pc:picChg>
        <pc:picChg chg="add mod">
          <ac:chgData name="Bresciani  Alessandro" userId="9b835d9c-60b1-4432-bbc8-da7a7cd15f45" providerId="ADAL" clId="{77C537D2-766E-427C-8C00-BEDC14CBAC2F}" dt="2023-09-15T15:04:43.939" v="323" actId="1076"/>
          <ac:picMkLst>
            <pc:docMk/>
            <pc:sldMk cId="4147569807" sldId="270"/>
            <ac:picMk id="16" creationId="{112A1BFF-C2C2-FA50-D0D1-33B7DA3BD3A2}"/>
          </ac:picMkLst>
        </pc:picChg>
      </pc:sldChg>
      <pc:sldChg chg="addSp delSp modSp new mod modClrScheme chgLayout">
        <pc:chgData name="Bresciani  Alessandro" userId="9b835d9c-60b1-4432-bbc8-da7a7cd15f45" providerId="ADAL" clId="{77C537D2-766E-427C-8C00-BEDC14CBAC2F}" dt="2023-09-16T08:24:19.128" v="2649" actId="1076"/>
        <pc:sldMkLst>
          <pc:docMk/>
          <pc:sldMk cId="1188860076" sldId="271"/>
        </pc:sldMkLst>
        <pc:spChg chg="del">
          <ac:chgData name="Bresciani  Alessandro" userId="9b835d9c-60b1-4432-bbc8-da7a7cd15f45" providerId="ADAL" clId="{77C537D2-766E-427C-8C00-BEDC14CBAC2F}" dt="2023-09-15T15:07:30.276" v="387" actId="26606"/>
          <ac:spMkLst>
            <pc:docMk/>
            <pc:sldMk cId="1188860076" sldId="271"/>
            <ac:spMk id="2" creationId="{B81ACD59-1E91-9E39-678A-2B4614C5D8E3}"/>
          </ac:spMkLst>
        </pc:spChg>
        <pc:spChg chg="del">
          <ac:chgData name="Bresciani  Alessandro" userId="9b835d9c-60b1-4432-bbc8-da7a7cd15f45" providerId="ADAL" clId="{77C537D2-766E-427C-8C00-BEDC14CBAC2F}" dt="2023-09-15T15:07:30.276" v="387" actId="26606"/>
          <ac:spMkLst>
            <pc:docMk/>
            <pc:sldMk cId="1188860076" sldId="271"/>
            <ac:spMk id="3" creationId="{089B8FC6-8CAF-9B1C-68A3-26D17B5A8B30}"/>
          </ac:spMkLst>
        </pc:spChg>
        <pc:spChg chg="del">
          <ac:chgData name="Bresciani  Alessandro" userId="9b835d9c-60b1-4432-bbc8-da7a7cd15f45" providerId="ADAL" clId="{77C537D2-766E-427C-8C00-BEDC14CBAC2F}" dt="2023-09-15T15:07:30.276" v="387" actId="26606"/>
          <ac:spMkLst>
            <pc:docMk/>
            <pc:sldMk cId="1188860076" sldId="271"/>
            <ac:spMk id="4" creationId="{B07F0820-1EBA-1DBC-9B0A-56D0E3F559F1}"/>
          </ac:spMkLst>
        </pc:spChg>
        <pc:spChg chg="add mod">
          <ac:chgData name="Bresciani  Alessandro" userId="9b835d9c-60b1-4432-bbc8-da7a7cd15f45" providerId="ADAL" clId="{77C537D2-766E-427C-8C00-BEDC14CBAC2F}" dt="2023-09-15T15:45:19.307" v="654" actId="1076"/>
          <ac:spMkLst>
            <pc:docMk/>
            <pc:sldMk cId="1188860076" sldId="271"/>
            <ac:spMk id="5" creationId="{7658AA8A-4780-A29D-57EE-036BDB7CB5CE}"/>
          </ac:spMkLst>
        </pc:spChg>
        <pc:spChg chg="add mod">
          <ac:chgData name="Bresciani  Alessandro" userId="9b835d9c-60b1-4432-bbc8-da7a7cd15f45" providerId="ADAL" clId="{77C537D2-766E-427C-8C00-BEDC14CBAC2F}" dt="2023-09-15T15:45:37.809" v="655" actId="1076"/>
          <ac:spMkLst>
            <pc:docMk/>
            <pc:sldMk cId="1188860076" sldId="271"/>
            <ac:spMk id="6" creationId="{A1085FA2-8840-25FB-4CFC-F6A636650DB7}"/>
          </ac:spMkLst>
        </pc:spChg>
        <pc:spChg chg="add del mod">
          <ac:chgData name="Bresciani  Alessandro" userId="9b835d9c-60b1-4432-bbc8-da7a7cd15f45" providerId="ADAL" clId="{77C537D2-766E-427C-8C00-BEDC14CBAC2F}" dt="2023-09-15T15:09:01.782" v="401" actId="21"/>
          <ac:spMkLst>
            <pc:docMk/>
            <pc:sldMk cId="1188860076" sldId="271"/>
            <ac:spMk id="9" creationId="{AB071468-17D0-538F-0A62-DC40495188E2}"/>
          </ac:spMkLst>
        </pc:spChg>
        <pc:spChg chg="add del mod">
          <ac:chgData name="Bresciani  Alessandro" userId="9b835d9c-60b1-4432-bbc8-da7a7cd15f45" providerId="ADAL" clId="{77C537D2-766E-427C-8C00-BEDC14CBAC2F}" dt="2023-09-15T15:08:28.800" v="395" actId="21"/>
          <ac:spMkLst>
            <pc:docMk/>
            <pc:sldMk cId="1188860076" sldId="271"/>
            <ac:spMk id="11" creationId="{4BBC2C1D-9CB1-2A0B-AA33-A29C81B30193}"/>
          </ac:spMkLst>
        </pc:spChg>
        <pc:spChg chg="add del mod">
          <ac:chgData name="Bresciani  Alessandro" userId="9b835d9c-60b1-4432-bbc8-da7a7cd15f45" providerId="ADAL" clId="{77C537D2-766E-427C-8C00-BEDC14CBAC2F}" dt="2023-09-15T15:28:21.590" v="517" actId="478"/>
          <ac:spMkLst>
            <pc:docMk/>
            <pc:sldMk cId="1188860076" sldId="271"/>
            <ac:spMk id="13" creationId="{B47E3E21-36CF-4693-E9D3-35529DC8D20A}"/>
          </ac:spMkLst>
        </pc:spChg>
        <pc:spChg chg="add del mod ord">
          <ac:chgData name="Bresciani  Alessandro" userId="9b835d9c-60b1-4432-bbc8-da7a7cd15f45" providerId="ADAL" clId="{77C537D2-766E-427C-8C00-BEDC14CBAC2F}" dt="2023-09-15T15:38:53.826" v="597" actId="22"/>
          <ac:spMkLst>
            <pc:docMk/>
            <pc:sldMk cId="1188860076" sldId="271"/>
            <ac:spMk id="15" creationId="{C84AECE2-ECEA-8C0A-97F7-561FDEE94499}"/>
          </ac:spMkLst>
        </pc:spChg>
        <pc:spChg chg="add del mod">
          <ac:chgData name="Bresciani  Alessandro" userId="9b835d9c-60b1-4432-bbc8-da7a7cd15f45" providerId="ADAL" clId="{77C537D2-766E-427C-8C00-BEDC14CBAC2F}" dt="2023-09-15T15:28:28.578" v="518" actId="478"/>
          <ac:spMkLst>
            <pc:docMk/>
            <pc:sldMk cId="1188860076" sldId="271"/>
            <ac:spMk id="17" creationId="{4DA0F323-C816-FC62-258B-CE792434724D}"/>
          </ac:spMkLst>
        </pc:spChg>
        <pc:spChg chg="add mod ord">
          <ac:chgData name="Bresciani  Alessandro" userId="9b835d9c-60b1-4432-bbc8-da7a7cd15f45" providerId="ADAL" clId="{77C537D2-766E-427C-8C00-BEDC14CBAC2F}" dt="2023-09-15T15:45:37.809" v="655" actId="1076"/>
          <ac:spMkLst>
            <pc:docMk/>
            <pc:sldMk cId="1188860076" sldId="271"/>
            <ac:spMk id="19" creationId="{3EA3CF2B-D136-AFE1-B322-A4907B2F841F}"/>
          </ac:spMkLst>
        </pc:spChg>
        <pc:spChg chg="add del mod">
          <ac:chgData name="Bresciani  Alessandro" userId="9b835d9c-60b1-4432-bbc8-da7a7cd15f45" providerId="ADAL" clId="{77C537D2-766E-427C-8C00-BEDC14CBAC2F}" dt="2023-09-15T15:28:35.075" v="519" actId="478"/>
          <ac:spMkLst>
            <pc:docMk/>
            <pc:sldMk cId="1188860076" sldId="271"/>
            <ac:spMk id="21" creationId="{D05E0725-422B-5E5D-F941-390C818578E4}"/>
          </ac:spMkLst>
        </pc:spChg>
        <pc:spChg chg="add mod">
          <ac:chgData name="Bresciani  Alessandro" userId="9b835d9c-60b1-4432-bbc8-da7a7cd15f45" providerId="ADAL" clId="{77C537D2-766E-427C-8C00-BEDC14CBAC2F}" dt="2023-09-15T16:52:35.274" v="2632" actId="20577"/>
          <ac:spMkLst>
            <pc:docMk/>
            <pc:sldMk cId="1188860076" sldId="271"/>
            <ac:spMk id="24" creationId="{3B780D8A-780F-64DF-B604-0FAFBB4B1288}"/>
          </ac:spMkLst>
        </pc:spChg>
        <pc:spChg chg="add del mod ord">
          <ac:chgData name="Bresciani  Alessandro" userId="9b835d9c-60b1-4432-bbc8-da7a7cd15f45" providerId="ADAL" clId="{77C537D2-766E-427C-8C00-BEDC14CBAC2F}" dt="2023-09-15T15:33:51.748" v="560" actId="700"/>
          <ac:spMkLst>
            <pc:docMk/>
            <pc:sldMk cId="1188860076" sldId="271"/>
            <ac:spMk id="25" creationId="{1C686CEC-01F9-3972-EAB4-89357EAD42C5}"/>
          </ac:spMkLst>
        </pc:spChg>
        <pc:spChg chg="add del mod ord">
          <ac:chgData name="Bresciani  Alessandro" userId="9b835d9c-60b1-4432-bbc8-da7a7cd15f45" providerId="ADAL" clId="{77C537D2-766E-427C-8C00-BEDC14CBAC2F}" dt="2023-09-15T15:34:46.660" v="566" actId="700"/>
          <ac:spMkLst>
            <pc:docMk/>
            <pc:sldMk cId="1188860076" sldId="271"/>
            <ac:spMk id="26" creationId="{6E9ECE2D-16C9-792B-9558-7E4F92AF9294}"/>
          </ac:spMkLst>
        </pc:spChg>
        <pc:spChg chg="add del mod ord">
          <ac:chgData name="Bresciani  Alessandro" userId="9b835d9c-60b1-4432-bbc8-da7a7cd15f45" providerId="ADAL" clId="{77C537D2-766E-427C-8C00-BEDC14CBAC2F}" dt="2023-09-15T15:34:52.183" v="569" actId="478"/>
          <ac:spMkLst>
            <pc:docMk/>
            <pc:sldMk cId="1188860076" sldId="271"/>
            <ac:spMk id="27" creationId="{421B5674-69E1-2E36-7E51-D478C493AD73}"/>
          </ac:spMkLst>
        </pc:spChg>
        <pc:spChg chg="add mod">
          <ac:chgData name="Bresciani  Alessandro" userId="9b835d9c-60b1-4432-bbc8-da7a7cd15f45" providerId="ADAL" clId="{77C537D2-766E-427C-8C00-BEDC14CBAC2F}" dt="2023-09-15T16:52:43.649" v="2645" actId="20577"/>
          <ac:spMkLst>
            <pc:docMk/>
            <pc:sldMk cId="1188860076" sldId="271"/>
            <ac:spMk id="29" creationId="{425FCEFD-77D7-E57E-26A7-84C34D63F430}"/>
          </ac:spMkLst>
        </pc:spChg>
        <pc:picChg chg="add mod">
          <ac:chgData name="Bresciani  Alessandro" userId="9b835d9c-60b1-4432-bbc8-da7a7cd15f45" providerId="ADAL" clId="{77C537D2-766E-427C-8C00-BEDC14CBAC2F}" dt="2023-09-15T15:45:51.632" v="656" actId="1076"/>
          <ac:picMkLst>
            <pc:docMk/>
            <pc:sldMk cId="1188860076" sldId="271"/>
            <ac:picMk id="7" creationId="{3CA1EAEF-D0D9-2455-57BD-395265207992}"/>
          </ac:picMkLst>
        </pc:picChg>
        <pc:picChg chg="add mod">
          <ac:chgData name="Bresciani  Alessandro" userId="9b835d9c-60b1-4432-bbc8-da7a7cd15f45" providerId="ADAL" clId="{77C537D2-766E-427C-8C00-BEDC14CBAC2F}" dt="2023-09-15T15:45:51.632" v="656" actId="1076"/>
          <ac:picMkLst>
            <pc:docMk/>
            <pc:sldMk cId="1188860076" sldId="271"/>
            <ac:picMk id="8" creationId="{4A9669E7-D33D-CDEC-31C7-F692E68F07AF}"/>
          </ac:picMkLst>
        </pc:picChg>
        <pc:picChg chg="add del mod">
          <ac:chgData name="Bresciani  Alessandro" userId="9b835d9c-60b1-4432-bbc8-da7a7cd15f45" providerId="ADAL" clId="{77C537D2-766E-427C-8C00-BEDC14CBAC2F}" dt="2023-09-15T15:28:18.513" v="516" actId="478"/>
          <ac:picMkLst>
            <pc:docMk/>
            <pc:sldMk cId="1188860076" sldId="271"/>
            <ac:picMk id="10" creationId="{4E192E3D-B214-F865-0544-FEF81E390199}"/>
          </ac:picMkLst>
        </pc:picChg>
        <pc:picChg chg="add mod">
          <ac:chgData name="Bresciani  Alessandro" userId="9b835d9c-60b1-4432-bbc8-da7a7cd15f45" providerId="ADAL" clId="{77C537D2-766E-427C-8C00-BEDC14CBAC2F}" dt="2023-09-15T15:46:00.519" v="658" actId="1076"/>
          <ac:picMkLst>
            <pc:docMk/>
            <pc:sldMk cId="1188860076" sldId="271"/>
            <ac:picMk id="14" creationId="{84489CD6-B0AA-8DD2-6D4F-ED40B2BD47A7}"/>
          </ac:picMkLst>
        </pc:picChg>
        <pc:picChg chg="add del mod">
          <ac:chgData name="Bresciani  Alessandro" userId="9b835d9c-60b1-4432-bbc8-da7a7cd15f45" providerId="ADAL" clId="{77C537D2-766E-427C-8C00-BEDC14CBAC2F}" dt="2023-09-15T15:27:04.160" v="502" actId="478"/>
          <ac:picMkLst>
            <pc:docMk/>
            <pc:sldMk cId="1188860076" sldId="271"/>
            <ac:picMk id="18" creationId="{A825E747-2DD8-5FF2-E656-0C3E33769EC5}"/>
          </ac:picMkLst>
        </pc:picChg>
        <pc:picChg chg="add mod">
          <ac:chgData name="Bresciani  Alessandro" userId="9b835d9c-60b1-4432-bbc8-da7a7cd15f45" providerId="ADAL" clId="{77C537D2-766E-427C-8C00-BEDC14CBAC2F}" dt="2023-09-15T16:14:09.737" v="1497" actId="1076"/>
          <ac:picMkLst>
            <pc:docMk/>
            <pc:sldMk cId="1188860076" sldId="271"/>
            <ac:picMk id="22" creationId="{FFF4A1E2-0E47-0A8C-CAD5-1025C9B1BD6C}"/>
          </ac:picMkLst>
        </pc:picChg>
        <pc:picChg chg="add mod ord">
          <ac:chgData name="Bresciani  Alessandro" userId="9b835d9c-60b1-4432-bbc8-da7a7cd15f45" providerId="ADAL" clId="{77C537D2-766E-427C-8C00-BEDC14CBAC2F}" dt="2023-09-16T08:24:19.128" v="2649" actId="1076"/>
          <ac:picMkLst>
            <pc:docMk/>
            <pc:sldMk cId="1188860076" sldId="271"/>
            <ac:picMk id="31" creationId="{2CEEC17A-5B4F-3626-8D8D-22E83708590C}"/>
          </ac:picMkLst>
        </pc:picChg>
      </pc:sldChg>
      <pc:sldChg chg="addSp delSp modSp new mod modClrScheme chgLayout">
        <pc:chgData name="Bresciani  Alessandro" userId="9b835d9c-60b1-4432-bbc8-da7a7cd15f45" providerId="ADAL" clId="{77C537D2-766E-427C-8C00-BEDC14CBAC2F}" dt="2023-09-15T16:16:42.621" v="1516" actId="1076"/>
        <pc:sldMkLst>
          <pc:docMk/>
          <pc:sldMk cId="471088689" sldId="272"/>
        </pc:sldMkLst>
        <pc:spChg chg="del">
          <ac:chgData name="Bresciani  Alessandro" userId="9b835d9c-60b1-4432-bbc8-da7a7cd15f45" providerId="ADAL" clId="{77C537D2-766E-427C-8C00-BEDC14CBAC2F}" dt="2023-09-15T15:44:21.847" v="631" actId="26606"/>
          <ac:spMkLst>
            <pc:docMk/>
            <pc:sldMk cId="471088689" sldId="272"/>
            <ac:spMk id="2" creationId="{D50C696B-3794-ABDF-D848-B6A9484FF435}"/>
          </ac:spMkLst>
        </pc:spChg>
        <pc:spChg chg="del">
          <ac:chgData name="Bresciani  Alessandro" userId="9b835d9c-60b1-4432-bbc8-da7a7cd15f45" providerId="ADAL" clId="{77C537D2-766E-427C-8C00-BEDC14CBAC2F}" dt="2023-09-15T15:44:21.847" v="631" actId="26606"/>
          <ac:spMkLst>
            <pc:docMk/>
            <pc:sldMk cId="471088689" sldId="272"/>
            <ac:spMk id="3" creationId="{7D2C390E-5788-71FA-2D76-246745466759}"/>
          </ac:spMkLst>
        </pc:spChg>
        <pc:spChg chg="add del mod">
          <ac:chgData name="Bresciani  Alessandro" userId="9b835d9c-60b1-4432-bbc8-da7a7cd15f45" providerId="ADAL" clId="{77C537D2-766E-427C-8C00-BEDC14CBAC2F}" dt="2023-09-15T15:48:32.266" v="714"/>
          <ac:spMkLst>
            <pc:docMk/>
            <pc:sldMk cId="471088689" sldId="272"/>
            <ac:spMk id="7" creationId="{2DC0FDD2-D792-37CC-515A-31E2BDD1DAF7}"/>
          </ac:spMkLst>
        </pc:spChg>
        <pc:spChg chg="add mod">
          <ac:chgData name="Bresciani  Alessandro" userId="9b835d9c-60b1-4432-bbc8-da7a7cd15f45" providerId="ADAL" clId="{77C537D2-766E-427C-8C00-BEDC14CBAC2F}" dt="2023-09-15T15:52:37.587" v="890" actId="20577"/>
          <ac:spMkLst>
            <pc:docMk/>
            <pc:sldMk cId="471088689" sldId="272"/>
            <ac:spMk id="8" creationId="{513E09EC-E41F-2A9E-E78B-0E8D51E5A929}"/>
          </ac:spMkLst>
        </pc:spChg>
        <pc:spChg chg="add del mod">
          <ac:chgData name="Bresciani  Alessandro" userId="9b835d9c-60b1-4432-bbc8-da7a7cd15f45" providerId="ADAL" clId="{77C537D2-766E-427C-8C00-BEDC14CBAC2F}" dt="2023-09-15T15:49:36.898" v="718"/>
          <ac:spMkLst>
            <pc:docMk/>
            <pc:sldMk cId="471088689" sldId="272"/>
            <ac:spMk id="9" creationId="{9D38673A-AE0A-04E7-0708-888C9B250365}"/>
          </ac:spMkLst>
        </pc:spChg>
        <pc:spChg chg="add del mod">
          <ac:chgData name="Bresciani  Alessandro" userId="9b835d9c-60b1-4432-bbc8-da7a7cd15f45" providerId="ADAL" clId="{77C537D2-766E-427C-8C00-BEDC14CBAC2F}" dt="2023-09-15T15:47:05.015" v="664" actId="26606"/>
          <ac:spMkLst>
            <pc:docMk/>
            <pc:sldMk cId="471088689" sldId="272"/>
            <ac:spMk id="10" creationId="{32C226D2-DF78-801C-907E-2AF1890EA106}"/>
          </ac:spMkLst>
        </pc:spChg>
        <pc:spChg chg="add del mod">
          <ac:chgData name="Bresciani  Alessandro" userId="9b835d9c-60b1-4432-bbc8-da7a7cd15f45" providerId="ADAL" clId="{77C537D2-766E-427C-8C00-BEDC14CBAC2F}" dt="2023-09-15T15:47:05.015" v="664" actId="26606"/>
          <ac:spMkLst>
            <pc:docMk/>
            <pc:sldMk cId="471088689" sldId="272"/>
            <ac:spMk id="12" creationId="{264DCB5B-C9D6-AA62-57CF-9C2C2745991B}"/>
          </ac:spMkLst>
        </pc:spChg>
        <pc:spChg chg="add del mod">
          <ac:chgData name="Bresciani  Alessandro" userId="9b835d9c-60b1-4432-bbc8-da7a7cd15f45" providerId="ADAL" clId="{77C537D2-766E-427C-8C00-BEDC14CBAC2F}" dt="2023-09-15T16:04:44.890" v="947" actId="478"/>
          <ac:spMkLst>
            <pc:docMk/>
            <pc:sldMk cId="471088689" sldId="272"/>
            <ac:spMk id="14" creationId="{B6AF3B9C-EA4F-2DB8-BA12-78A26C29A0F5}"/>
          </ac:spMkLst>
        </pc:spChg>
        <pc:spChg chg="add mod">
          <ac:chgData name="Bresciani  Alessandro" userId="9b835d9c-60b1-4432-bbc8-da7a7cd15f45" providerId="ADAL" clId="{77C537D2-766E-427C-8C00-BEDC14CBAC2F}" dt="2023-09-15T16:16:42.621" v="1516" actId="1076"/>
          <ac:spMkLst>
            <pc:docMk/>
            <pc:sldMk cId="471088689" sldId="272"/>
            <ac:spMk id="17" creationId="{1750E395-6F4B-09FC-D96F-BBAC3ABFCF23}"/>
          </ac:spMkLst>
        </pc:spChg>
        <pc:spChg chg="add mod">
          <ac:chgData name="Bresciani  Alessandro" userId="9b835d9c-60b1-4432-bbc8-da7a7cd15f45" providerId="ADAL" clId="{77C537D2-766E-427C-8C00-BEDC14CBAC2F}" dt="2023-09-15T16:16:42.621" v="1516" actId="1076"/>
          <ac:spMkLst>
            <pc:docMk/>
            <pc:sldMk cId="471088689" sldId="272"/>
            <ac:spMk id="19" creationId="{B428FE48-71DE-3680-8DB0-072825E17738}"/>
          </ac:spMkLst>
        </pc:spChg>
        <pc:spChg chg="add mod">
          <ac:chgData name="Bresciani  Alessandro" userId="9b835d9c-60b1-4432-bbc8-da7a7cd15f45" providerId="ADAL" clId="{77C537D2-766E-427C-8C00-BEDC14CBAC2F}" dt="2023-09-15T16:16:42.621" v="1516" actId="1076"/>
          <ac:spMkLst>
            <pc:docMk/>
            <pc:sldMk cId="471088689" sldId="272"/>
            <ac:spMk id="20" creationId="{15DF7082-B592-A7F1-BD1C-EF223F9A1018}"/>
          </ac:spMkLst>
        </pc:spChg>
        <pc:spChg chg="add del mod">
          <ac:chgData name="Bresciani  Alessandro" userId="9b835d9c-60b1-4432-bbc8-da7a7cd15f45" providerId="ADAL" clId="{77C537D2-766E-427C-8C00-BEDC14CBAC2F}" dt="2023-09-15T15:49:37.981" v="719"/>
          <ac:spMkLst>
            <pc:docMk/>
            <pc:sldMk cId="471088689" sldId="272"/>
            <ac:spMk id="21" creationId="{7BB4FD98-32F8-5924-BADC-A76AD43DCD59}"/>
          </ac:spMkLst>
        </pc:spChg>
        <pc:spChg chg="add del mod">
          <ac:chgData name="Bresciani  Alessandro" userId="9b835d9c-60b1-4432-bbc8-da7a7cd15f45" providerId="ADAL" clId="{77C537D2-766E-427C-8C00-BEDC14CBAC2F}" dt="2023-09-15T16:05:51.935" v="1080" actId="478"/>
          <ac:spMkLst>
            <pc:docMk/>
            <pc:sldMk cId="471088689" sldId="272"/>
            <ac:spMk id="22" creationId="{2A9805F8-A75E-3642-7598-01A0DBBE0AC4}"/>
          </ac:spMkLst>
        </pc:spChg>
        <pc:spChg chg="add del">
          <ac:chgData name="Bresciani  Alessandro" userId="9b835d9c-60b1-4432-bbc8-da7a7cd15f45" providerId="ADAL" clId="{77C537D2-766E-427C-8C00-BEDC14CBAC2F}" dt="2023-09-15T16:05:58.486" v="1082" actId="22"/>
          <ac:spMkLst>
            <pc:docMk/>
            <pc:sldMk cId="471088689" sldId="272"/>
            <ac:spMk id="24" creationId="{8543CFD5-C5A3-22E6-C50F-50EE2D1445F7}"/>
          </ac:spMkLst>
        </pc:spChg>
        <pc:spChg chg="add mod">
          <ac:chgData name="Bresciani  Alessandro" userId="9b835d9c-60b1-4432-bbc8-da7a7cd15f45" providerId="ADAL" clId="{77C537D2-766E-427C-8C00-BEDC14CBAC2F}" dt="2023-09-15T16:16:42.621" v="1516" actId="1076"/>
          <ac:spMkLst>
            <pc:docMk/>
            <pc:sldMk cId="471088689" sldId="272"/>
            <ac:spMk id="25" creationId="{3E02A78F-8EF8-015F-0D05-197D80A65D89}"/>
          </ac:spMkLst>
        </pc:spChg>
        <pc:picChg chg="add mod">
          <ac:chgData name="Bresciani  Alessandro" userId="9b835d9c-60b1-4432-bbc8-da7a7cd15f45" providerId="ADAL" clId="{77C537D2-766E-427C-8C00-BEDC14CBAC2F}" dt="2023-09-15T15:46:49.810" v="661"/>
          <ac:picMkLst>
            <pc:docMk/>
            <pc:sldMk cId="471088689" sldId="272"/>
            <ac:picMk id="4" creationId="{AF5AE61C-513D-C4F4-59A5-A88DC4111EF6}"/>
          </ac:picMkLst>
        </pc:picChg>
        <pc:picChg chg="add mod">
          <ac:chgData name="Bresciani  Alessandro" userId="9b835d9c-60b1-4432-bbc8-da7a7cd15f45" providerId="ADAL" clId="{77C537D2-766E-427C-8C00-BEDC14CBAC2F}" dt="2023-09-15T16:16:42.621" v="1516" actId="1076"/>
          <ac:picMkLst>
            <pc:docMk/>
            <pc:sldMk cId="471088689" sldId="272"/>
            <ac:picMk id="5" creationId="{311EA4EA-A38D-0795-44F6-010692E79449}"/>
          </ac:picMkLst>
        </pc:picChg>
        <pc:picChg chg="add del mod">
          <ac:chgData name="Bresciani  Alessandro" userId="9b835d9c-60b1-4432-bbc8-da7a7cd15f45" providerId="ADAL" clId="{77C537D2-766E-427C-8C00-BEDC14CBAC2F}" dt="2023-09-15T15:48:00.732" v="709" actId="478"/>
          <ac:picMkLst>
            <pc:docMk/>
            <pc:sldMk cId="471088689" sldId="272"/>
            <ac:picMk id="6" creationId="{5A82B4E3-FD4B-0936-6DBA-155BEDC865E0}"/>
          </ac:picMkLst>
        </pc:picChg>
        <pc:picChg chg="add del mod">
          <ac:chgData name="Bresciani  Alessandro" userId="9b835d9c-60b1-4432-bbc8-da7a7cd15f45" providerId="ADAL" clId="{77C537D2-766E-427C-8C00-BEDC14CBAC2F}" dt="2023-09-15T16:03:36.461" v="930" actId="478"/>
          <ac:picMkLst>
            <pc:docMk/>
            <pc:sldMk cId="471088689" sldId="272"/>
            <ac:picMk id="13" creationId="{C425978B-2A6C-0C2F-0EA1-F91D54AC451E}"/>
          </ac:picMkLst>
        </pc:picChg>
        <pc:picChg chg="add mod modCrop">
          <ac:chgData name="Bresciani  Alessandro" userId="9b835d9c-60b1-4432-bbc8-da7a7cd15f45" providerId="ADAL" clId="{77C537D2-766E-427C-8C00-BEDC14CBAC2F}" dt="2023-09-15T16:16:42.621" v="1516" actId="1076"/>
          <ac:picMkLst>
            <pc:docMk/>
            <pc:sldMk cId="471088689" sldId="272"/>
            <ac:picMk id="16" creationId="{459A96C4-DD07-A0F9-517D-601E3E4F2674}"/>
          </ac:picMkLst>
        </pc:picChg>
        <pc:picChg chg="add mod">
          <ac:chgData name="Bresciani  Alessandro" userId="9b835d9c-60b1-4432-bbc8-da7a7cd15f45" providerId="ADAL" clId="{77C537D2-766E-427C-8C00-BEDC14CBAC2F}" dt="2023-09-15T16:16:42.621" v="1516" actId="1076"/>
          <ac:picMkLst>
            <pc:docMk/>
            <pc:sldMk cId="471088689" sldId="272"/>
            <ac:picMk id="27" creationId="{96FB18E0-5F2D-D87F-B86A-7E2F2CCE4EB5}"/>
          </ac:picMkLst>
        </pc:picChg>
      </pc:sldChg>
      <pc:sldChg chg="addSp delSp modSp new del mod modClrScheme chgLayout">
        <pc:chgData name="Bresciani  Alessandro" userId="9b835d9c-60b1-4432-bbc8-da7a7cd15f45" providerId="ADAL" clId="{77C537D2-766E-427C-8C00-BEDC14CBAC2F}" dt="2023-09-15T15:31:26.315" v="553" actId="47"/>
        <pc:sldMkLst>
          <pc:docMk/>
          <pc:sldMk cId="2232826592" sldId="272"/>
        </pc:sldMkLst>
        <pc:spChg chg="del">
          <ac:chgData name="Bresciani  Alessandro" userId="9b835d9c-60b1-4432-bbc8-da7a7cd15f45" providerId="ADAL" clId="{77C537D2-766E-427C-8C00-BEDC14CBAC2F}" dt="2023-09-15T15:31:20.200" v="552" actId="26606"/>
          <ac:spMkLst>
            <pc:docMk/>
            <pc:sldMk cId="2232826592" sldId="272"/>
            <ac:spMk id="2" creationId="{DF28D416-CC7E-6FCD-14C4-1FBA303ECB9E}"/>
          </ac:spMkLst>
        </pc:spChg>
        <pc:spChg chg="del">
          <ac:chgData name="Bresciani  Alessandro" userId="9b835d9c-60b1-4432-bbc8-da7a7cd15f45" providerId="ADAL" clId="{77C537D2-766E-427C-8C00-BEDC14CBAC2F}" dt="2023-09-15T15:31:20.200" v="552" actId="26606"/>
          <ac:spMkLst>
            <pc:docMk/>
            <pc:sldMk cId="2232826592" sldId="272"/>
            <ac:spMk id="3" creationId="{6036C6CA-3C2A-45AA-73CC-D79B231B0E66}"/>
          </ac:spMkLst>
        </pc:spChg>
        <pc:spChg chg="del">
          <ac:chgData name="Bresciani  Alessandro" userId="9b835d9c-60b1-4432-bbc8-da7a7cd15f45" providerId="ADAL" clId="{77C537D2-766E-427C-8C00-BEDC14CBAC2F}" dt="2023-09-15T15:31:20.200" v="552" actId="26606"/>
          <ac:spMkLst>
            <pc:docMk/>
            <pc:sldMk cId="2232826592" sldId="272"/>
            <ac:spMk id="4" creationId="{AD7E776C-7183-4E0A-4DC0-F38E102A19C2}"/>
          </ac:spMkLst>
        </pc:spChg>
        <pc:spChg chg="add mod">
          <ac:chgData name="Bresciani  Alessandro" userId="9b835d9c-60b1-4432-bbc8-da7a7cd15f45" providerId="ADAL" clId="{77C537D2-766E-427C-8C00-BEDC14CBAC2F}" dt="2023-09-15T15:31:20.200" v="552" actId="26606"/>
          <ac:spMkLst>
            <pc:docMk/>
            <pc:sldMk cId="2232826592" sldId="272"/>
            <ac:spMk id="9" creationId="{D561B667-6012-6BE0-6816-19EABDBB65C8}"/>
          </ac:spMkLst>
        </pc:spChg>
        <pc:spChg chg="add mod">
          <ac:chgData name="Bresciani  Alessandro" userId="9b835d9c-60b1-4432-bbc8-da7a7cd15f45" providerId="ADAL" clId="{77C537D2-766E-427C-8C00-BEDC14CBAC2F}" dt="2023-09-15T15:31:20.200" v="552" actId="26606"/>
          <ac:spMkLst>
            <pc:docMk/>
            <pc:sldMk cId="2232826592" sldId="272"/>
            <ac:spMk id="11" creationId="{FE3713EE-602C-5686-6A9E-1969F057F909}"/>
          </ac:spMkLst>
        </pc:spChg>
      </pc:sldChg>
      <pc:sldChg chg="addSp delSp modSp new mod ord">
        <pc:chgData name="Bresciani  Alessandro" userId="9b835d9c-60b1-4432-bbc8-da7a7cd15f45" providerId="ADAL" clId="{77C537D2-766E-427C-8C00-BEDC14CBAC2F}" dt="2023-09-16T08:25:28.148" v="2692" actId="255"/>
        <pc:sldMkLst>
          <pc:docMk/>
          <pc:sldMk cId="3275011831" sldId="273"/>
        </pc:sldMkLst>
        <pc:spChg chg="mod">
          <ac:chgData name="Bresciani  Alessandro" userId="9b835d9c-60b1-4432-bbc8-da7a7cd15f45" providerId="ADAL" clId="{77C537D2-766E-427C-8C00-BEDC14CBAC2F}" dt="2023-09-15T16:27:54.316" v="2119" actId="20577"/>
          <ac:spMkLst>
            <pc:docMk/>
            <pc:sldMk cId="3275011831" sldId="273"/>
            <ac:spMk id="2" creationId="{2DE32A50-3A06-B299-C443-5154EBC740E4}"/>
          </ac:spMkLst>
        </pc:spChg>
        <pc:spChg chg="mod">
          <ac:chgData name="Bresciani  Alessandro" userId="9b835d9c-60b1-4432-bbc8-da7a7cd15f45" providerId="ADAL" clId="{77C537D2-766E-427C-8C00-BEDC14CBAC2F}" dt="2023-09-15T16:19:01.335" v="1562" actId="20577"/>
          <ac:spMkLst>
            <pc:docMk/>
            <pc:sldMk cId="3275011831" sldId="273"/>
            <ac:spMk id="3" creationId="{1700E52F-5E9F-19BF-ACF9-24811FA78094}"/>
          </ac:spMkLst>
        </pc:spChg>
        <pc:spChg chg="del">
          <ac:chgData name="Bresciani  Alessandro" userId="9b835d9c-60b1-4432-bbc8-da7a7cd15f45" providerId="ADAL" clId="{77C537D2-766E-427C-8C00-BEDC14CBAC2F}" dt="2023-09-15T16:15:10.891" v="1513"/>
          <ac:spMkLst>
            <pc:docMk/>
            <pc:sldMk cId="3275011831" sldId="273"/>
            <ac:spMk id="4" creationId="{7FEED3A5-A621-082D-A6AA-376201F52D92}"/>
          </ac:spMkLst>
        </pc:spChg>
        <pc:spChg chg="mod">
          <ac:chgData name="Bresciani  Alessandro" userId="9b835d9c-60b1-4432-bbc8-da7a7cd15f45" providerId="ADAL" clId="{77C537D2-766E-427C-8C00-BEDC14CBAC2F}" dt="2023-09-15T16:30:12.033" v="2243" actId="1076"/>
          <ac:spMkLst>
            <pc:docMk/>
            <pc:sldMk cId="3275011831" sldId="273"/>
            <ac:spMk id="5" creationId="{3EE995DE-E167-8FDA-1D90-B7DDD37D1034}"/>
          </ac:spMkLst>
        </pc:spChg>
        <pc:spChg chg="del">
          <ac:chgData name="Bresciani  Alessandro" userId="9b835d9c-60b1-4432-bbc8-da7a7cd15f45" providerId="ADAL" clId="{77C537D2-766E-427C-8C00-BEDC14CBAC2F}" dt="2023-09-15T16:17:04.928" v="1517"/>
          <ac:spMkLst>
            <pc:docMk/>
            <pc:sldMk cId="3275011831" sldId="273"/>
            <ac:spMk id="6" creationId="{C3668C4E-2145-7B12-F274-1D31D0EA3D07}"/>
          </ac:spMkLst>
        </pc:spChg>
        <pc:spChg chg="add mod">
          <ac:chgData name="Bresciani  Alessandro" userId="9b835d9c-60b1-4432-bbc8-da7a7cd15f45" providerId="ADAL" clId="{77C537D2-766E-427C-8C00-BEDC14CBAC2F}" dt="2023-09-16T08:25:28.148" v="2692" actId="255"/>
          <ac:spMkLst>
            <pc:docMk/>
            <pc:sldMk cId="3275011831" sldId="273"/>
            <ac:spMk id="9" creationId="{F8DD4545-142F-7686-32B1-A02FAF97ACD5}"/>
          </ac:spMkLst>
        </pc:spChg>
        <pc:spChg chg="add mod">
          <ac:chgData name="Bresciani  Alessandro" userId="9b835d9c-60b1-4432-bbc8-da7a7cd15f45" providerId="ADAL" clId="{77C537D2-766E-427C-8C00-BEDC14CBAC2F}" dt="2023-09-16T08:25:15.215" v="2691" actId="20577"/>
          <ac:spMkLst>
            <pc:docMk/>
            <pc:sldMk cId="3275011831" sldId="273"/>
            <ac:spMk id="14" creationId="{E0F27C69-FAA6-D113-31FE-2849DF41DED5}"/>
          </ac:spMkLst>
        </pc:spChg>
        <pc:spChg chg="add del">
          <ac:chgData name="Bresciani  Alessandro" userId="9b835d9c-60b1-4432-bbc8-da7a7cd15f45" providerId="ADAL" clId="{77C537D2-766E-427C-8C00-BEDC14CBAC2F}" dt="2023-09-15T16:26:27.124" v="2020"/>
          <ac:spMkLst>
            <pc:docMk/>
            <pc:sldMk cId="3275011831" sldId="273"/>
            <ac:spMk id="15" creationId="{1E13C5A2-CFC8-F9E4-26AC-29E1D3B1C2F6}"/>
          </ac:spMkLst>
        </pc:spChg>
        <pc:picChg chg="add mod">
          <ac:chgData name="Bresciani  Alessandro" userId="9b835d9c-60b1-4432-bbc8-da7a7cd15f45" providerId="ADAL" clId="{77C537D2-766E-427C-8C00-BEDC14CBAC2F}" dt="2023-09-15T16:19:18.406" v="1570" actId="1076"/>
          <ac:picMkLst>
            <pc:docMk/>
            <pc:sldMk cId="3275011831" sldId="273"/>
            <ac:picMk id="8" creationId="{E37C2CAF-F837-C293-0E09-B1B44D2297B3}"/>
          </ac:picMkLst>
        </pc:picChg>
        <pc:picChg chg="add mod">
          <ac:chgData name="Bresciani  Alessandro" userId="9b835d9c-60b1-4432-bbc8-da7a7cd15f45" providerId="ADAL" clId="{77C537D2-766E-427C-8C00-BEDC14CBAC2F}" dt="2023-09-15T16:20:12.898" v="1577" actId="14100"/>
          <ac:picMkLst>
            <pc:docMk/>
            <pc:sldMk cId="3275011831" sldId="273"/>
            <ac:picMk id="11" creationId="{35D0F161-BED6-2C74-3AE9-1B06C57981C7}"/>
          </ac:picMkLst>
        </pc:picChg>
        <pc:picChg chg="add mod">
          <ac:chgData name="Bresciani  Alessandro" userId="9b835d9c-60b1-4432-bbc8-da7a7cd15f45" providerId="ADAL" clId="{77C537D2-766E-427C-8C00-BEDC14CBAC2F}" dt="2023-09-15T16:29:59.335" v="2242" actId="14100"/>
          <ac:picMkLst>
            <pc:docMk/>
            <pc:sldMk cId="3275011831" sldId="273"/>
            <ac:picMk id="13" creationId="{CC174DB8-7618-BFBE-2A05-7D985851F519}"/>
          </ac:picMkLst>
        </pc:picChg>
      </pc:sldChg>
      <pc:sldChg chg="addSp delSp modSp new mod">
        <pc:chgData name="Bresciani  Alessandro" userId="9b835d9c-60b1-4432-bbc8-da7a7cd15f45" providerId="ADAL" clId="{77C537D2-766E-427C-8C00-BEDC14CBAC2F}" dt="2023-09-16T08:25:42.367" v="2693" actId="20577"/>
        <pc:sldMkLst>
          <pc:docMk/>
          <pc:sldMk cId="2926978679" sldId="274"/>
        </pc:sldMkLst>
        <pc:spChg chg="mod">
          <ac:chgData name="Bresciani  Alessandro" userId="9b835d9c-60b1-4432-bbc8-da7a7cd15f45" providerId="ADAL" clId="{77C537D2-766E-427C-8C00-BEDC14CBAC2F}" dt="2023-09-15T16:38:52.898" v="2330" actId="20577"/>
          <ac:spMkLst>
            <pc:docMk/>
            <pc:sldMk cId="2926978679" sldId="274"/>
            <ac:spMk id="2" creationId="{EF748264-21EA-8511-27A9-80815C74290A}"/>
          </ac:spMkLst>
        </pc:spChg>
        <pc:spChg chg="mod">
          <ac:chgData name="Bresciani  Alessandro" userId="9b835d9c-60b1-4432-bbc8-da7a7cd15f45" providerId="ADAL" clId="{77C537D2-766E-427C-8C00-BEDC14CBAC2F}" dt="2023-09-15T16:39:01.152" v="2331" actId="1076"/>
          <ac:spMkLst>
            <pc:docMk/>
            <pc:sldMk cId="2926978679" sldId="274"/>
            <ac:spMk id="3" creationId="{3CF689C0-FC3C-F079-F5A0-9AA48A712720}"/>
          </ac:spMkLst>
        </pc:spChg>
        <pc:spChg chg="del mod">
          <ac:chgData name="Bresciani  Alessandro" userId="9b835d9c-60b1-4432-bbc8-da7a7cd15f45" providerId="ADAL" clId="{77C537D2-766E-427C-8C00-BEDC14CBAC2F}" dt="2023-09-15T16:38:26.461" v="2324" actId="478"/>
          <ac:spMkLst>
            <pc:docMk/>
            <pc:sldMk cId="2926978679" sldId="274"/>
            <ac:spMk id="4" creationId="{0E64ABAB-B3BE-DC2C-DCA1-F090B4E343E5}"/>
          </ac:spMkLst>
        </pc:spChg>
        <pc:spChg chg="mod">
          <ac:chgData name="Bresciani  Alessandro" userId="9b835d9c-60b1-4432-bbc8-da7a7cd15f45" providerId="ADAL" clId="{77C537D2-766E-427C-8C00-BEDC14CBAC2F}" dt="2023-09-15T16:39:14.239" v="2361" actId="20577"/>
          <ac:spMkLst>
            <pc:docMk/>
            <pc:sldMk cId="2926978679" sldId="274"/>
            <ac:spMk id="5" creationId="{A1428607-80B5-A162-39E6-C078F53D3D70}"/>
          </ac:spMkLst>
        </pc:spChg>
        <pc:spChg chg="mod">
          <ac:chgData name="Bresciani  Alessandro" userId="9b835d9c-60b1-4432-bbc8-da7a7cd15f45" providerId="ADAL" clId="{77C537D2-766E-427C-8C00-BEDC14CBAC2F}" dt="2023-09-16T08:25:42.367" v="2693" actId="20577"/>
          <ac:spMkLst>
            <pc:docMk/>
            <pc:sldMk cId="2926978679" sldId="274"/>
            <ac:spMk id="6" creationId="{FCB53320-2985-9325-64DE-D27CEC95F962}"/>
          </ac:spMkLst>
        </pc:spChg>
        <pc:picChg chg="add mod">
          <ac:chgData name="Bresciani  Alessandro" userId="9b835d9c-60b1-4432-bbc8-da7a7cd15f45" providerId="ADAL" clId="{77C537D2-766E-427C-8C00-BEDC14CBAC2F}" dt="2023-09-15T16:39:01.152" v="2331" actId="1076"/>
          <ac:picMkLst>
            <pc:docMk/>
            <pc:sldMk cId="2926978679" sldId="274"/>
            <ac:picMk id="8" creationId="{33A6C3C9-7B86-E29A-709E-BB69273E685E}"/>
          </ac:picMkLst>
        </pc:picChg>
        <pc:picChg chg="add del mod">
          <ac:chgData name="Bresciani  Alessandro" userId="9b835d9c-60b1-4432-bbc8-da7a7cd15f45" providerId="ADAL" clId="{77C537D2-766E-427C-8C00-BEDC14CBAC2F}" dt="2023-09-15T16:46:30.677" v="2546" actId="478"/>
          <ac:picMkLst>
            <pc:docMk/>
            <pc:sldMk cId="2926978679" sldId="274"/>
            <ac:picMk id="10" creationId="{E2A19675-56AA-E8EF-5F6E-8EC188C03016}"/>
          </ac:picMkLst>
        </pc:picChg>
        <pc:picChg chg="add mod">
          <ac:chgData name="Bresciani  Alessandro" userId="9b835d9c-60b1-4432-bbc8-da7a7cd15f45" providerId="ADAL" clId="{77C537D2-766E-427C-8C00-BEDC14CBAC2F}" dt="2023-09-15T16:46:43.757" v="2551" actId="14100"/>
          <ac:picMkLst>
            <pc:docMk/>
            <pc:sldMk cId="2926978679" sldId="274"/>
            <ac:picMk id="12" creationId="{8706FB75-C022-D531-8376-F666BF8762D0}"/>
          </ac:picMkLst>
        </pc:picChg>
        <pc:picChg chg="add mod">
          <ac:chgData name="Bresciani  Alessandro" userId="9b835d9c-60b1-4432-bbc8-da7a7cd15f45" providerId="ADAL" clId="{77C537D2-766E-427C-8C00-BEDC14CBAC2F}" dt="2023-09-15T16:42:16.103" v="2415" actId="1076"/>
          <ac:picMkLst>
            <pc:docMk/>
            <pc:sldMk cId="2926978679" sldId="274"/>
            <ac:picMk id="2050" creationId="{BF36CEF0-535A-EC11-C824-41CC161A1B1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BA9814-F617-45B8-A3BD-849CEE487018}" type="datetime1">
              <a:rPr lang="it-IT" smtClean="0"/>
              <a:t>16/09/2023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B668C69-0C3E-40A2-B4A0-B2C8B71D8E3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92B469E-915C-4C12-AE92-0A5825963432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000EEB-8338-48D7-8EE8-EE0082EF7602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000EEB-8338-48D7-8EE8-EE0082EF7602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pPr rtl="0"/>
            <a:fld id="{D8798A97-4177-442A-BEE9-CFF85D389EB0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8194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55DD0CA-D849-43AF-B83D-89825ED2116A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9992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6260706A-4776-401C-9824-FC5F951B98E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14752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427F75-A537-44BB-92CA-14A52D14D897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59027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04F0C37-6B93-4265-938E-99992743B0EC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76468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B66627-3442-4045-8EA8-EB7B4B5CAF0C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239494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0899731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C918F99-25CF-43D8-B508-76AE89E0B470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2167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13A103-B32E-4322-92C3-A29B69B91E08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978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412D00-FCB5-4A09-B7DD-20FA49AF0472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7407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9689239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2B14D12A-43FA-40C8-BBE5-46B89E0AF55F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1216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6173862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80CFB7E-FDD4-46B2-857E-EF21E3AC6C9E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500592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8414261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667DB1A-850A-4B05-B895-7E5D8968600E}" type="datetime1">
              <a:rPr lang="it-IT" smtClean="0"/>
              <a:t>16/09/2023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02111984F56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074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pPr rtl="0"/>
            <a:endParaRPr lang="it-IT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532269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0B908AE-3340-4CAC-9582-EC23DBB8900B}" type="datetime1">
              <a:rPr lang="it-IT" noProof="0" smtClean="0"/>
              <a:t>16/09/2023</a:t>
            </a:fld>
            <a:endParaRPr lang="it-IT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438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49" y="963942"/>
            <a:ext cx="5371616" cy="2156436"/>
          </a:xfrm>
        </p:spPr>
        <p:txBody>
          <a:bodyPr rtlCol="0" anchor="b">
            <a:normAutofit/>
          </a:bodyPr>
          <a:lstStyle/>
          <a:p>
            <a:pPr rtl="0"/>
            <a:r>
              <a:rPr lang="it-IT" b="1" dirty="0"/>
              <a:t>«</a:t>
            </a:r>
            <a:r>
              <a:rPr lang="it-IT" b="1" dirty="0" err="1"/>
              <a:t>Shazam</a:t>
            </a:r>
            <a:r>
              <a:rPr lang="it-IT" b="1" dirty="0"/>
              <a:t> Anime» </a:t>
            </a:r>
            <a:r>
              <a:rPr lang="it-IT" dirty="0"/>
              <a:t>: Siamese-ResNet50 </a:t>
            </a:r>
            <a:r>
              <a:rPr lang="it-IT" dirty="0" err="1"/>
              <a:t>neural</a:t>
            </a:r>
            <a:r>
              <a:rPr lang="it-IT" dirty="0"/>
              <a:t> network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0408" y="3737623"/>
            <a:ext cx="5227898" cy="2156436"/>
          </a:xfrm>
        </p:spPr>
        <p:txBody>
          <a:bodyPr rtlCol="0">
            <a:normAutofit/>
          </a:bodyPr>
          <a:lstStyle/>
          <a:p>
            <a:pPr rtl="0"/>
            <a:r>
              <a:rPr lang="en-US" i="1" dirty="0">
                <a:effectLst/>
              </a:rPr>
              <a:t>In the course of this project, we tried to realize a system capable of recognizing the title of an anime from a single frame. Through the proposal of a Siamese-ResNet50 network, which combines a Siamese network structure with the well-known </a:t>
            </a:r>
            <a:r>
              <a:rPr lang="en-US" i="1" dirty="0" err="1">
                <a:effectLst/>
              </a:rPr>
              <a:t>ResNet</a:t>
            </a:r>
            <a:r>
              <a:rPr lang="en-US" i="1" dirty="0">
                <a:effectLst/>
              </a:rPr>
              <a:t> architecture, we evaluate the effect of its use starting from a pre-training on ImageNet public data collection.</a:t>
            </a:r>
            <a:endParaRPr lang="it-IT" i="1" dirty="0">
              <a:effectLst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22BCF5B-8C31-33CF-C6EF-816F36FA0F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9" t="15082" r="11169" b="17702"/>
          <a:stretch/>
        </p:blipFill>
        <p:spPr bwMode="auto">
          <a:xfrm>
            <a:off x="5880400" y="2042160"/>
            <a:ext cx="6207724" cy="3035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Segnaposto contenuto 30">
            <a:extLst>
              <a:ext uri="{FF2B5EF4-FFF2-40B4-BE49-F238E27FC236}">
                <a16:creationId xmlns:a16="http://schemas.microsoft.com/office/drawing/2014/main" id="{2CEEC17A-5B4F-3626-8D8D-22E837085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4035" y="1895961"/>
            <a:ext cx="2468273" cy="2748934"/>
          </a:xfr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3EA3CF2B-D136-AFE1-B322-A4907B2F841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758389" y="1280160"/>
            <a:ext cx="2992437" cy="5207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Ds dataset classifier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58AA8A-4780-A29D-57EE-036BDB7CB5CE}"/>
              </a:ext>
            </a:extLst>
          </p:cNvPr>
          <p:cNvSpPr txBox="1">
            <a:spLocks/>
          </p:cNvSpPr>
          <p:nvPr/>
        </p:nvSpPr>
        <p:spPr>
          <a:xfrm>
            <a:off x="3130782" y="334055"/>
            <a:ext cx="8390896" cy="9461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Datasets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Siamese and classifier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1085FA2-8840-25FB-4CFC-F6A636650DB7}"/>
              </a:ext>
            </a:extLst>
          </p:cNvPr>
          <p:cNvSpPr txBox="1">
            <a:spLocks/>
          </p:cNvSpPr>
          <p:nvPr/>
        </p:nvSpPr>
        <p:spPr>
          <a:xfrm>
            <a:off x="4145568" y="1266161"/>
            <a:ext cx="3230880" cy="375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2000" b="1" dirty="0" err="1"/>
              <a:t>Siamese_ds_balanced</a:t>
            </a:r>
            <a:endParaRPr lang="en-US" sz="2000" b="1" dirty="0"/>
          </a:p>
        </p:txBody>
      </p:sp>
      <p:pic>
        <p:nvPicPr>
          <p:cNvPr id="7" name="Segnaposto contenuto 5">
            <a:extLst>
              <a:ext uri="{FF2B5EF4-FFF2-40B4-BE49-F238E27FC236}">
                <a16:creationId xmlns:a16="http://schemas.microsoft.com/office/drawing/2014/main" id="{3CA1EAEF-D0D9-2455-57BD-395265207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92" y="1895961"/>
            <a:ext cx="1046904" cy="64302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A9669E7-D33D-CDEC-31C7-F692E68F0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10" y="1897840"/>
            <a:ext cx="1673580" cy="2713788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4489CD6-B0AA-8DD2-6D4F-ED40B2BD4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754" y="1859803"/>
            <a:ext cx="3436628" cy="2783321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FFF4A1E2-0E47-0A8C-CAD5-1025C9B1B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92" y="5398728"/>
            <a:ext cx="8390897" cy="1304779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B780D8A-780F-64DF-B604-0FAFBB4B1288}"/>
              </a:ext>
            </a:extLst>
          </p:cNvPr>
          <p:cNvSpPr txBox="1"/>
          <p:nvPr/>
        </p:nvSpPr>
        <p:spPr>
          <a:xfrm>
            <a:off x="674292" y="4998618"/>
            <a:ext cx="3076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CSV Siamese paths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425FCEFD-77D7-E57E-26A7-84C34D63F430}"/>
              </a:ext>
            </a:extLst>
          </p:cNvPr>
          <p:cNvSpPr txBox="1"/>
          <p:nvPr/>
        </p:nvSpPr>
        <p:spPr>
          <a:xfrm>
            <a:off x="621023" y="1233872"/>
            <a:ext cx="323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Images folders</a:t>
            </a:r>
          </a:p>
        </p:txBody>
      </p:sp>
    </p:spTree>
    <p:extLst>
      <p:ext uri="{BB962C8B-B14F-4D97-AF65-F5344CB8AC3E}">
        <p14:creationId xmlns:p14="http://schemas.microsoft.com/office/powerpoint/2010/main" val="1188860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13E09EC-E41F-2A9E-E78B-0E8D51E5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420" y="700453"/>
            <a:ext cx="8610600" cy="803117"/>
          </a:xfrm>
        </p:spPr>
        <p:txBody>
          <a:bodyPr anchor="t">
            <a:normAutofit/>
          </a:bodyPr>
          <a:lstStyle/>
          <a:p>
            <a:r>
              <a:rPr lang="en-US" dirty="0"/>
              <a:t>Method and approach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50E395-6F4B-09FC-D96F-BBAC3ABFC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7903" y="1564767"/>
            <a:ext cx="4396338" cy="5762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Siamese neural network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428FE48-71DE-3680-8DB0-072825E17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571869"/>
            <a:ext cx="4767889" cy="5762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K-NN classifier / Dense classifier</a:t>
            </a:r>
          </a:p>
        </p:txBody>
      </p:sp>
      <p:pic>
        <p:nvPicPr>
          <p:cNvPr id="5" name="Immagine 4" descr="One-Shot Learning With Siamese Network | by Renu Khandelwal | The Startup |  Medium">
            <a:extLst>
              <a:ext uri="{FF2B5EF4-FFF2-40B4-BE49-F238E27FC236}">
                <a16:creationId xmlns:a16="http://schemas.microsoft.com/office/drawing/2014/main" id="{311EA4EA-A38D-0795-44F6-010692E79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7902" y="2277977"/>
            <a:ext cx="4616057" cy="2573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magine 15" descr="Immagine che contiene testo, diagramma, mappa, Piano&#10;&#10;Descrizione generata automaticamente">
            <a:extLst>
              <a:ext uri="{FF2B5EF4-FFF2-40B4-BE49-F238E27FC236}">
                <a16:creationId xmlns:a16="http://schemas.microsoft.com/office/drawing/2014/main" id="{459A96C4-DD07-A0F9-517D-601E3E4F26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59" t="29829" r="36068" b="2238"/>
          <a:stretch/>
        </p:blipFill>
        <p:spPr>
          <a:xfrm>
            <a:off x="6218482" y="2284729"/>
            <a:ext cx="4645407" cy="2566699"/>
          </a:xfrm>
          <a:prstGeom prst="rect">
            <a:avLst/>
          </a:prstGeom>
        </p:spPr>
      </p:pic>
      <p:sp>
        <p:nvSpPr>
          <p:cNvPr id="25" name="Segnaposto contenuto 19">
            <a:extLst>
              <a:ext uri="{FF2B5EF4-FFF2-40B4-BE49-F238E27FC236}">
                <a16:creationId xmlns:a16="http://schemas.microsoft.com/office/drawing/2014/main" id="{3E02A78F-8EF8-015F-0D05-197D80A65D89}"/>
              </a:ext>
            </a:extLst>
          </p:cNvPr>
          <p:cNvSpPr txBox="1">
            <a:spLocks/>
          </p:cNvSpPr>
          <p:nvPr/>
        </p:nvSpPr>
        <p:spPr>
          <a:xfrm>
            <a:off x="987902" y="5039632"/>
            <a:ext cx="4396339" cy="113540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dirty="0"/>
              <a:t>Loss function : contrastive loss </a:t>
            </a:r>
          </a:p>
          <a:p>
            <a:r>
              <a:rPr lang="it-IT" dirty="0" err="1"/>
              <a:t>Similarity</a:t>
            </a:r>
            <a:r>
              <a:rPr lang="it-IT" dirty="0"/>
              <a:t> function : </a:t>
            </a:r>
            <a:r>
              <a:rPr lang="it-IT" dirty="0" err="1"/>
              <a:t>euclidean</a:t>
            </a:r>
            <a:r>
              <a:rPr lang="it-IT" dirty="0"/>
              <a:t> distance</a:t>
            </a:r>
          </a:p>
          <a:p>
            <a:r>
              <a:rPr lang="it-IT" dirty="0"/>
              <a:t>Networks : ResNet50 / VGG16</a:t>
            </a:r>
          </a:p>
          <a:p>
            <a:endParaRPr lang="it-IT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96FB18E0-5F2D-D87F-B86A-7E2F2CCE4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633" y="4016141"/>
            <a:ext cx="745567" cy="712794"/>
          </a:xfrm>
          <a:prstGeom prst="rect">
            <a:avLst/>
          </a:prstGeom>
        </p:spPr>
      </p:pic>
      <p:sp>
        <p:nvSpPr>
          <p:cNvPr id="2" name="Segnaposto contenuto 19">
            <a:extLst>
              <a:ext uri="{FF2B5EF4-FFF2-40B4-BE49-F238E27FC236}">
                <a16:creationId xmlns:a16="http://schemas.microsoft.com/office/drawing/2014/main" id="{DBF575BB-3DE9-F98F-759C-AEAD4FBCC21E}"/>
              </a:ext>
            </a:extLst>
          </p:cNvPr>
          <p:cNvSpPr txBox="1">
            <a:spLocks/>
          </p:cNvSpPr>
          <p:nvPr/>
        </p:nvSpPr>
        <p:spPr>
          <a:xfrm>
            <a:off x="6096000" y="5039982"/>
            <a:ext cx="4767889" cy="1689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sz="1500" dirty="0"/>
              <a:t>Model surgery : </a:t>
            </a:r>
            <a:r>
              <a:rPr lang="it-IT" sz="1500" dirty="0" err="1"/>
              <a:t>cutted</a:t>
            </a:r>
            <a:r>
              <a:rPr lang="it-IT" sz="1500" dirty="0"/>
              <a:t> </a:t>
            </a:r>
            <a:r>
              <a:rPr lang="it-IT" sz="1500" dirty="0" err="1"/>
              <a:t>trained</a:t>
            </a:r>
            <a:r>
              <a:rPr lang="it-IT" sz="1500" dirty="0"/>
              <a:t> Siamese network</a:t>
            </a:r>
          </a:p>
          <a:p>
            <a:r>
              <a:rPr lang="it-IT" sz="1500" dirty="0"/>
              <a:t>Features </a:t>
            </a:r>
            <a:r>
              <a:rPr lang="it-IT" sz="1500" dirty="0" err="1"/>
              <a:t>extractor</a:t>
            </a:r>
            <a:r>
              <a:rPr lang="it-IT" sz="1500" dirty="0"/>
              <a:t> :  one-Siamese-branch (features </a:t>
            </a:r>
            <a:r>
              <a:rPr lang="it-IT" sz="1500" dirty="0" err="1"/>
              <a:t>vectors</a:t>
            </a:r>
            <a:r>
              <a:rPr lang="it-IT" sz="1500" dirty="0"/>
              <a:t>)</a:t>
            </a:r>
          </a:p>
          <a:p>
            <a:r>
              <a:rPr lang="it-IT" sz="1500" dirty="0" err="1"/>
              <a:t>Classification</a:t>
            </a:r>
            <a:r>
              <a:rPr lang="it-IT" sz="1500" dirty="0"/>
              <a:t> : K-NN </a:t>
            </a:r>
            <a:r>
              <a:rPr lang="it-IT" sz="1500" dirty="0" err="1"/>
              <a:t>classifier</a:t>
            </a:r>
            <a:r>
              <a:rPr lang="it-IT" sz="1500" dirty="0"/>
              <a:t> or </a:t>
            </a:r>
            <a:r>
              <a:rPr lang="it-IT" sz="1500" dirty="0" err="1"/>
              <a:t>trained</a:t>
            </a:r>
            <a:r>
              <a:rPr lang="it-IT" sz="1500" dirty="0"/>
              <a:t> Dense layer </a:t>
            </a:r>
            <a:r>
              <a:rPr lang="it-IT" sz="1500" dirty="0" err="1"/>
              <a:t>classifier</a:t>
            </a:r>
            <a:r>
              <a:rPr lang="it-IT" sz="1500" dirty="0"/>
              <a:t>; 16 classes</a:t>
            </a:r>
          </a:p>
        </p:txBody>
      </p:sp>
    </p:spTree>
    <p:extLst>
      <p:ext uri="{BB962C8B-B14F-4D97-AF65-F5344CB8AC3E}">
        <p14:creationId xmlns:p14="http://schemas.microsoft.com/office/powerpoint/2010/main" val="471088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E32A50-3A06-B299-C443-5154EBC7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436" y="404508"/>
            <a:ext cx="9404723" cy="1239264"/>
          </a:xfrm>
        </p:spPr>
        <p:txBody>
          <a:bodyPr/>
          <a:lstStyle/>
          <a:p>
            <a:r>
              <a:rPr lang="it-IT" dirty="0"/>
              <a:t>K-NN main </a:t>
            </a:r>
            <a:r>
              <a:rPr lang="it-IT" dirty="0" err="1"/>
              <a:t>results</a:t>
            </a:r>
            <a:r>
              <a:rPr lang="it-IT" dirty="0"/>
              <a:t> (ResNet50)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00E52F-5E9F-19BF-ACF9-24811FA78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6684" y="1412333"/>
            <a:ext cx="4396338" cy="576262"/>
          </a:xfrm>
        </p:spPr>
        <p:txBody>
          <a:bodyPr/>
          <a:lstStyle/>
          <a:p>
            <a:r>
              <a:rPr lang="it-IT" dirty="0"/>
              <a:t>K-NN </a:t>
            </a:r>
            <a:r>
              <a:rPr lang="it-IT" dirty="0" err="1"/>
              <a:t>results</a:t>
            </a:r>
            <a:endParaRPr lang="it-IT" dirty="0"/>
          </a:p>
        </p:txBody>
      </p:sp>
      <p:pic>
        <p:nvPicPr>
          <p:cNvPr id="8" name="Segnaposto contenuto 7" descr="Immagine che contiene schermata, testo, collage, Viso umano&#10;&#10;Descrizione generata automaticamente">
            <a:extLst>
              <a:ext uri="{FF2B5EF4-FFF2-40B4-BE49-F238E27FC236}">
                <a16:creationId xmlns:a16="http://schemas.microsoft.com/office/drawing/2014/main" id="{E37C2CAF-F837-C293-0E09-B1B44D2297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6684" y="2252161"/>
            <a:ext cx="4395787" cy="2754150"/>
          </a:xfrm>
        </p:spPr>
      </p:pic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EE995DE-E167-8FDA-1D90-B7DDD37D1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8193" y="1412333"/>
            <a:ext cx="4396339" cy="576262"/>
          </a:xfrm>
        </p:spPr>
        <p:txBody>
          <a:bodyPr/>
          <a:lstStyle/>
          <a:p>
            <a:r>
              <a:rPr lang="it-IT" dirty="0" err="1"/>
              <a:t>Metrics</a:t>
            </a:r>
            <a:endParaRPr lang="it-IT" dirty="0"/>
          </a:p>
        </p:txBody>
      </p:sp>
      <p:pic>
        <p:nvPicPr>
          <p:cNvPr id="11" name="Segnaposto contenuto 10" descr="Immagine che contiene testo, schermata, diagramma, Rettangolo&#10;&#10;Descrizione generata automaticamente">
            <a:extLst>
              <a:ext uri="{FF2B5EF4-FFF2-40B4-BE49-F238E27FC236}">
                <a16:creationId xmlns:a16="http://schemas.microsoft.com/office/drawing/2014/main" id="{35D0F161-BED6-2C74-3AE9-1B06C57981C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828192" y="2252160"/>
            <a:ext cx="3211381" cy="2354613"/>
          </a:xfrm>
        </p:spPr>
      </p:pic>
      <p:sp>
        <p:nvSpPr>
          <p:cNvPr id="9" name="Segnaposto contenuto 19">
            <a:extLst>
              <a:ext uri="{FF2B5EF4-FFF2-40B4-BE49-F238E27FC236}">
                <a16:creationId xmlns:a16="http://schemas.microsoft.com/office/drawing/2014/main" id="{F8DD4545-142F-7686-32B1-A02FAF97ACD5}"/>
              </a:ext>
            </a:extLst>
          </p:cNvPr>
          <p:cNvSpPr txBox="1">
            <a:spLocks/>
          </p:cNvSpPr>
          <p:nvPr/>
        </p:nvSpPr>
        <p:spPr>
          <a:xfrm>
            <a:off x="716132" y="5269877"/>
            <a:ext cx="4396339" cy="144164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sz="2400" dirty="0"/>
              <a:t>Ground truth : test labels of the main dataset</a:t>
            </a:r>
          </a:p>
          <a:p>
            <a:r>
              <a:rPr lang="it-IT" sz="2400" dirty="0"/>
              <a:t>Prediction: k-NN </a:t>
            </a:r>
            <a:r>
              <a:rPr lang="it-IT" sz="2400" dirty="0" err="1"/>
              <a:t>predicted</a:t>
            </a:r>
            <a:r>
              <a:rPr lang="it-IT" sz="2400" dirty="0"/>
              <a:t> label </a:t>
            </a:r>
          </a:p>
          <a:p>
            <a:r>
              <a:rPr lang="it-IT" sz="2400" dirty="0"/>
              <a:t>Query image: test images passed via the Siamese branch (features </a:t>
            </a:r>
            <a:r>
              <a:rPr lang="it-IT" sz="2400" dirty="0" err="1"/>
              <a:t>extractor</a:t>
            </a:r>
            <a:r>
              <a:rPr lang="it-IT" sz="2400" dirty="0"/>
              <a:t>)</a:t>
            </a:r>
          </a:p>
          <a:p>
            <a:endParaRPr lang="it-IT" dirty="0"/>
          </a:p>
        </p:txBody>
      </p:sp>
      <p:pic>
        <p:nvPicPr>
          <p:cNvPr id="13" name="Immagine 12" descr="Immagine che contiene schermata, modello, Policromia, quadrato&#10;&#10;Descrizione generata automaticamente">
            <a:extLst>
              <a:ext uri="{FF2B5EF4-FFF2-40B4-BE49-F238E27FC236}">
                <a16:creationId xmlns:a16="http://schemas.microsoft.com/office/drawing/2014/main" id="{CC174DB8-7618-BFBE-2A05-7D985851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680" y="2252161"/>
            <a:ext cx="2677163" cy="2354613"/>
          </a:xfrm>
          <a:prstGeom prst="rect">
            <a:avLst/>
          </a:prstGeom>
        </p:spPr>
      </p:pic>
      <p:sp>
        <p:nvSpPr>
          <p:cNvPr id="14" name="Segnaposto contenuto 19">
            <a:extLst>
              <a:ext uri="{FF2B5EF4-FFF2-40B4-BE49-F238E27FC236}">
                <a16:creationId xmlns:a16="http://schemas.microsoft.com/office/drawing/2014/main" id="{E0F27C69-FAA6-D113-31FE-2849DF41DED5}"/>
              </a:ext>
            </a:extLst>
          </p:cNvPr>
          <p:cNvSpPr txBox="1">
            <a:spLocks/>
          </p:cNvSpPr>
          <p:nvPr/>
        </p:nvSpPr>
        <p:spPr>
          <a:xfrm>
            <a:off x="5828193" y="5165266"/>
            <a:ext cx="4603069" cy="1361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sz="1500" dirty="0" err="1"/>
              <a:t>Bad</a:t>
            </a:r>
            <a:r>
              <a:rPr lang="it-IT" sz="1500" dirty="0"/>
              <a:t> </a:t>
            </a:r>
            <a:r>
              <a:rPr lang="it-IT" sz="1500" dirty="0" err="1"/>
              <a:t>results</a:t>
            </a:r>
            <a:r>
              <a:rPr lang="it-IT" sz="1500" dirty="0"/>
              <a:t> of accuracy and prediction</a:t>
            </a:r>
          </a:p>
          <a:p>
            <a:r>
              <a:rPr lang="it-IT" sz="1500" dirty="0"/>
              <a:t>Total accuracy: </a:t>
            </a:r>
            <a:r>
              <a:rPr lang="it-IT" sz="1500" dirty="0" err="1"/>
              <a:t>really</a:t>
            </a:r>
            <a:r>
              <a:rPr lang="it-IT" sz="1500" dirty="0"/>
              <a:t> low accuracy</a:t>
            </a:r>
          </a:p>
          <a:p>
            <a:r>
              <a:rPr lang="it-IT" sz="1500" dirty="0" err="1"/>
              <a:t>Confusion</a:t>
            </a:r>
            <a:r>
              <a:rPr lang="it-IT" sz="1500" dirty="0"/>
              <a:t> </a:t>
            </a:r>
            <a:r>
              <a:rPr lang="it-IT" sz="1500" dirty="0" err="1"/>
              <a:t>matrix</a:t>
            </a:r>
            <a:r>
              <a:rPr lang="it-IT" sz="1500" dirty="0"/>
              <a:t>: </a:t>
            </a:r>
            <a:r>
              <a:rPr lang="it-IT" sz="1500" dirty="0" err="1"/>
              <a:t>notice</a:t>
            </a:r>
            <a:r>
              <a:rPr lang="it-IT" sz="1500" dirty="0"/>
              <a:t> random </a:t>
            </a:r>
            <a:r>
              <a:rPr lang="it-IT" sz="1500" dirty="0" err="1"/>
              <a:t>results</a:t>
            </a:r>
            <a:endParaRPr lang="it-IT" sz="1500" dirty="0"/>
          </a:p>
          <a:p>
            <a:r>
              <a:rPr lang="it-IT" sz="1500" dirty="0"/>
              <a:t>Network </a:t>
            </a:r>
            <a:r>
              <a:rPr lang="it-IT" sz="1500" dirty="0" err="1"/>
              <a:t>adopted</a:t>
            </a:r>
            <a:r>
              <a:rPr lang="it-IT" sz="1500" dirty="0"/>
              <a:t>: Siamese-ResNet50 with k-NN </a:t>
            </a:r>
            <a:r>
              <a:rPr lang="it-IT" sz="1500" dirty="0" err="1"/>
              <a:t>classifier</a:t>
            </a:r>
            <a:r>
              <a:rPr lang="it-IT" sz="1500" dirty="0"/>
              <a:t>/Dense layer</a:t>
            </a:r>
          </a:p>
          <a:p>
            <a:endParaRPr lang="it-IT" sz="1500" dirty="0"/>
          </a:p>
        </p:txBody>
      </p:sp>
    </p:spTree>
    <p:extLst>
      <p:ext uri="{BB962C8B-B14F-4D97-AF65-F5344CB8AC3E}">
        <p14:creationId xmlns:p14="http://schemas.microsoft.com/office/powerpoint/2010/main" val="327501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748264-21EA-8511-27A9-80815C74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992" y="470061"/>
            <a:ext cx="8610600" cy="1154141"/>
          </a:xfrm>
        </p:spPr>
        <p:txBody>
          <a:bodyPr/>
          <a:lstStyle/>
          <a:p>
            <a:r>
              <a:rPr lang="it-IT" dirty="0"/>
              <a:t>Dense </a:t>
            </a:r>
            <a:r>
              <a:rPr lang="it-IT" dirty="0" err="1"/>
              <a:t>classifier</a:t>
            </a:r>
            <a:r>
              <a:rPr lang="it-IT" dirty="0"/>
              <a:t> main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F689C0-FC3C-F079-F5A0-9AA48A712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3" y="1487749"/>
            <a:ext cx="4396338" cy="576262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Dense </a:t>
            </a:r>
            <a:r>
              <a:rPr lang="it-IT" dirty="0" err="1"/>
              <a:t>classifier</a:t>
            </a:r>
            <a:r>
              <a:rPr lang="it-IT" dirty="0"/>
              <a:t>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428607-80B5-A162-39E6-C078F53D3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26093" y="1487749"/>
            <a:ext cx="4396339" cy="576262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Dense </a:t>
            </a:r>
            <a:r>
              <a:rPr lang="it-IT" dirty="0" err="1"/>
              <a:t>classifier</a:t>
            </a:r>
            <a:r>
              <a:rPr lang="it-IT" dirty="0"/>
              <a:t> </a:t>
            </a:r>
            <a:r>
              <a:rPr lang="it-IT" dirty="0" err="1"/>
              <a:t>architecture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A6C3C9-7B86-E29A-709E-BB69273E68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103312" y="2203480"/>
            <a:ext cx="3867690" cy="1000265"/>
          </a:xfrm>
          <a:prstGeom prst="rect">
            <a:avLst/>
          </a:prstGeom>
        </p:spPr>
      </p:pic>
      <p:pic>
        <p:nvPicPr>
          <p:cNvPr id="2050" name="Picture 2" descr="Multiclass classification using Softmax activation function in deep... |  Download Scientific Diagram">
            <a:extLst>
              <a:ext uri="{FF2B5EF4-FFF2-40B4-BE49-F238E27FC236}">
                <a16:creationId xmlns:a16="http://schemas.microsoft.com/office/drawing/2014/main" id="{BF36CEF0-535A-EC11-C824-41CC161A1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98" y="2203480"/>
            <a:ext cx="3222965" cy="3066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8706FB75-C022-D531-8376-F666BF87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312" y="3442882"/>
            <a:ext cx="3867690" cy="3117874"/>
          </a:xfrm>
          <a:prstGeom prst="rect">
            <a:avLst/>
          </a:prstGeom>
        </p:spPr>
      </p:pic>
      <p:sp>
        <p:nvSpPr>
          <p:cNvPr id="11" name="Segnaposto contenuto 19">
            <a:extLst>
              <a:ext uri="{FF2B5EF4-FFF2-40B4-BE49-F238E27FC236}">
                <a16:creationId xmlns:a16="http://schemas.microsoft.com/office/drawing/2014/main" id="{52170C44-F207-DD6B-4489-219A4A735FA0}"/>
              </a:ext>
            </a:extLst>
          </p:cNvPr>
          <p:cNvSpPr txBox="1">
            <a:spLocks/>
          </p:cNvSpPr>
          <p:nvPr/>
        </p:nvSpPr>
        <p:spPr>
          <a:xfrm>
            <a:off x="5499651" y="5370251"/>
            <a:ext cx="6125592" cy="14416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it-IT" sz="1700" dirty="0" err="1"/>
              <a:t>Activation</a:t>
            </a:r>
            <a:r>
              <a:rPr lang="it-IT" sz="1700" dirty="0"/>
              <a:t> function: softmax with sum of </a:t>
            </a:r>
            <a:r>
              <a:rPr lang="it-IT" sz="1700" dirty="0" err="1"/>
              <a:t>probabilities</a:t>
            </a:r>
            <a:r>
              <a:rPr lang="it-IT" sz="1700" dirty="0"/>
              <a:t> to one</a:t>
            </a:r>
          </a:p>
          <a:p>
            <a:r>
              <a:rPr lang="it-IT" sz="1700" dirty="0"/>
              <a:t>Dense layer </a:t>
            </a:r>
            <a:r>
              <a:rPr lang="it-IT" sz="1700" dirty="0" err="1"/>
              <a:t>Confusion</a:t>
            </a:r>
            <a:r>
              <a:rPr lang="it-IT" sz="1700" dirty="0"/>
              <a:t> </a:t>
            </a:r>
            <a:r>
              <a:rPr lang="it-IT" sz="1700" dirty="0" err="1"/>
              <a:t>matrix</a:t>
            </a:r>
            <a:r>
              <a:rPr lang="it-IT" sz="1700" dirty="0"/>
              <a:t> </a:t>
            </a:r>
            <a:r>
              <a:rPr lang="it-IT" sz="1700" dirty="0" err="1"/>
              <a:t>obtains</a:t>
            </a:r>
            <a:r>
              <a:rPr lang="it-IT" sz="1700" dirty="0"/>
              <a:t> the same </a:t>
            </a:r>
            <a:r>
              <a:rPr lang="it-IT" sz="1700" dirty="0" err="1"/>
              <a:t>results</a:t>
            </a:r>
            <a:r>
              <a:rPr lang="it-IT" sz="1700" dirty="0"/>
              <a:t> of k-NN, </a:t>
            </a:r>
            <a:r>
              <a:rPr lang="it-IT" sz="1700" dirty="0" err="1"/>
              <a:t>although</a:t>
            </a:r>
            <a:r>
              <a:rPr lang="it-IT" sz="1700" dirty="0"/>
              <a:t> k-NN </a:t>
            </a:r>
            <a:r>
              <a:rPr lang="it-IT" sz="1700" dirty="0" err="1"/>
              <a:t>gives</a:t>
            </a:r>
            <a:r>
              <a:rPr lang="it-IT" sz="1700" dirty="0"/>
              <a:t> the best result without success</a:t>
            </a:r>
          </a:p>
          <a:p>
            <a:endParaRPr lang="it-IT" sz="1700" dirty="0"/>
          </a:p>
          <a:p>
            <a:endParaRPr lang="it-IT" sz="1700" dirty="0"/>
          </a:p>
          <a:p>
            <a:endParaRPr lang="it-IT" sz="1700" dirty="0"/>
          </a:p>
        </p:txBody>
      </p:sp>
    </p:spTree>
    <p:extLst>
      <p:ext uri="{BB962C8B-B14F-4D97-AF65-F5344CB8AC3E}">
        <p14:creationId xmlns:p14="http://schemas.microsoft.com/office/powerpoint/2010/main" val="292697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modello astratto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it-IT" b="1" dirty="0"/>
              <a:t>Thank you!</a:t>
            </a:r>
          </a:p>
        </p:txBody>
      </p:sp>
      <p:sp>
        <p:nvSpPr>
          <p:cNvPr id="13" name="Sottotitolo 12">
            <a:extLst>
              <a:ext uri="{FF2B5EF4-FFF2-40B4-BE49-F238E27FC236}">
                <a16:creationId xmlns:a16="http://schemas.microsoft.com/office/drawing/2014/main" id="{336E726C-3DE4-41AA-88A0-C92B0C3416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/>
          <a:p>
            <a:pPr rtl="0"/>
            <a:r>
              <a:rPr lang="it-IT" dirty="0"/>
              <a:t>Alessandro bresciani 305903</a:t>
            </a:r>
          </a:p>
          <a:p>
            <a:pPr rtl="0"/>
            <a:r>
              <a:rPr lang="it-IT" dirty="0"/>
              <a:t>Luca Filippetti 303392</a:t>
            </a:r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theme1.xml><?xml version="1.0" encoding="utf-8"?>
<a:theme xmlns:a="http://schemas.openxmlformats.org/drawingml/2006/main" name="Scia di vapore">
  <a:themeElements>
    <a:clrScheme name="Scia di vapor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Scia di vapore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ia di vapore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TM04033937[[fn=Scia di vapore]]</Template>
  <TotalTime>170</TotalTime>
  <Words>257</Words>
  <Application>Microsoft Office PowerPoint</Application>
  <PresentationFormat>Widescreen</PresentationFormat>
  <Paragraphs>37</Paragraphs>
  <Slides>6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Scia di vapore</vt:lpstr>
      <vt:lpstr>«Shazam Anime» : Siamese-ResNet50 neural network</vt:lpstr>
      <vt:lpstr>Presentazione standard di PowerPoint</vt:lpstr>
      <vt:lpstr>Method and approach</vt:lpstr>
      <vt:lpstr>K-NN main results (ResNet50)</vt:lpstr>
      <vt:lpstr>Dense classifier main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DIGITALE</dc:title>
  <dc:creator>Bresciani  Alessandro</dc:creator>
  <cp:lastModifiedBy>Bresciani  Alessandro</cp:lastModifiedBy>
  <cp:revision>1</cp:revision>
  <dcterms:created xsi:type="dcterms:W3CDTF">2023-09-15T14:38:32Z</dcterms:created>
  <dcterms:modified xsi:type="dcterms:W3CDTF">2023-09-16T09:00:56Z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